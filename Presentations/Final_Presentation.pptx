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3" r:id="rId4"/>
    <p:sldId id="257" r:id="rId5"/>
    <p:sldId id="266" r:id="rId6"/>
    <p:sldId id="277" r:id="rId7"/>
    <p:sldId id="281" r:id="rId8"/>
    <p:sldId id="268" r:id="rId9"/>
    <p:sldId id="274" r:id="rId10"/>
    <p:sldId id="276" r:id="rId11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12A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15EB43-A088-DADF-AE16-34775A15E948}" v="1" dt="2026-06-30T06:08:30.935"/>
    <p1510:client id="{7C3DD814-17DF-D109-1FBD-50C7CB15FEDA}" v="66" dt="2026-06-30T07:52:05.082"/>
    <p1510:client id="{D6F98132-C083-730F-133C-AA696CFDFA25}" v="88" dt="2026-06-30T01:01:56.100"/>
    <p1510:client id="{EE99BCCE-F23B-48A7-ACAC-50A31BC324BA}" v="392" dt="2026-06-30T07:53:26.859"/>
    <p1510:client id="{FDD7B15F-E21B-4C7E-86C5-0E30FBC0DE24}" v="247" dt="2026-06-30T06:09:18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>
        <p:scale>
          <a:sx n="70" d="100"/>
          <a:sy n="70" d="100"/>
        </p:scale>
        <p:origin x="90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lomo Ben Shitrit" userId="S::shlomo.benshitrit@live.biu.ac.il::f460e157-b69f-4baf-a4c0-ee87186c303e" providerId="AD" clId="Web-{5E15EB43-A088-DADF-AE16-34775A15E948}"/>
    <pc:docChg chg="modSld">
      <pc:chgData name="Shlomo Ben Shitrit" userId="S::shlomo.benshitrit@live.biu.ac.il::f460e157-b69f-4baf-a4c0-ee87186c303e" providerId="AD" clId="Web-{5E15EB43-A088-DADF-AE16-34775A15E948}" dt="2026-06-30T06:08:30.935" v="0" actId="1076"/>
      <pc:docMkLst>
        <pc:docMk/>
      </pc:docMkLst>
      <pc:sldChg chg="modSp">
        <pc:chgData name="Shlomo Ben Shitrit" userId="S::shlomo.benshitrit@live.biu.ac.il::f460e157-b69f-4baf-a4c0-ee87186c303e" providerId="AD" clId="Web-{5E15EB43-A088-DADF-AE16-34775A15E948}" dt="2026-06-30T06:08:30.935" v="0" actId="1076"/>
        <pc:sldMkLst>
          <pc:docMk/>
          <pc:sldMk cId="1856694421" sldId="277"/>
        </pc:sldMkLst>
        <pc:spChg chg="mod">
          <ac:chgData name="Shlomo Ben Shitrit" userId="S::shlomo.benshitrit@live.biu.ac.il::f460e157-b69f-4baf-a4c0-ee87186c303e" providerId="AD" clId="Web-{5E15EB43-A088-DADF-AE16-34775A15E948}" dt="2026-06-30T06:08:30.935" v="0" actId="1076"/>
          <ac:spMkLst>
            <pc:docMk/>
            <pc:sldMk cId="1856694421" sldId="277"/>
            <ac:spMk id="35" creationId="{31B7F88E-6510-ECCE-2F5D-D295ECF13F6D}"/>
          </ac:spMkLst>
        </pc:spChg>
      </pc:sldChg>
    </pc:docChg>
  </pc:docChgLst>
  <pc:docChgLst>
    <pc:chgData name="Shlomo Ben Shitrit" userId="S::shlomo.benshitrit@live.biu.ac.il::f460e157-b69f-4baf-a4c0-ee87186c303e" providerId="AD" clId="Web-{7C3DD814-17DF-D109-1FBD-50C7CB15FEDA}"/>
    <pc:docChg chg="modSld">
      <pc:chgData name="Shlomo Ben Shitrit" userId="S::shlomo.benshitrit@live.biu.ac.il::f460e157-b69f-4baf-a4c0-ee87186c303e" providerId="AD" clId="Web-{7C3DD814-17DF-D109-1FBD-50C7CB15FEDA}" dt="2026-06-30T07:52:05.082" v="61" actId="1076"/>
      <pc:docMkLst>
        <pc:docMk/>
      </pc:docMkLst>
      <pc:sldChg chg="addSp delSp modSp">
        <pc:chgData name="Shlomo Ben Shitrit" userId="S::shlomo.benshitrit@live.biu.ac.il::f460e157-b69f-4baf-a4c0-ee87186c303e" providerId="AD" clId="Web-{7C3DD814-17DF-D109-1FBD-50C7CB15FEDA}" dt="2026-06-30T07:40:44.917" v="18" actId="14100"/>
        <pc:sldMkLst>
          <pc:docMk/>
          <pc:sldMk cId="918743448" sldId="257"/>
        </pc:sldMkLst>
        <pc:picChg chg="add mod">
          <ac:chgData name="Shlomo Ben Shitrit" userId="S::shlomo.benshitrit@live.biu.ac.il::f460e157-b69f-4baf-a4c0-ee87186c303e" providerId="AD" clId="Web-{7C3DD814-17DF-D109-1FBD-50C7CB15FEDA}" dt="2026-06-30T07:40:44.917" v="18" actId="14100"/>
          <ac:picMkLst>
            <pc:docMk/>
            <pc:sldMk cId="918743448" sldId="257"/>
            <ac:picMk id="2" creationId="{5F3CC773-024E-E4C3-FB2C-C493ECB3697D}"/>
          </ac:picMkLst>
        </pc:picChg>
        <pc:picChg chg="del">
          <ac:chgData name="Shlomo Ben Shitrit" userId="S::shlomo.benshitrit@live.biu.ac.il::f460e157-b69f-4baf-a4c0-ee87186c303e" providerId="AD" clId="Web-{7C3DD814-17DF-D109-1FBD-50C7CB15FEDA}" dt="2026-06-30T07:40:37.948" v="16"/>
          <ac:picMkLst>
            <pc:docMk/>
            <pc:sldMk cId="918743448" sldId="257"/>
            <ac:picMk id="23" creationId="{90576D61-3078-1934-18A9-F96D6776FA5B}"/>
          </ac:picMkLst>
        </pc:picChg>
      </pc:sldChg>
      <pc:sldChg chg="addSp delSp modSp">
        <pc:chgData name="Shlomo Ben Shitrit" userId="S::shlomo.benshitrit@live.biu.ac.il::f460e157-b69f-4baf-a4c0-ee87186c303e" providerId="AD" clId="Web-{7C3DD814-17DF-D109-1FBD-50C7CB15FEDA}" dt="2026-06-30T07:45:49.677" v="59" actId="14100"/>
        <pc:sldMkLst>
          <pc:docMk/>
          <pc:sldMk cId="697630522" sldId="266"/>
        </pc:sldMkLst>
        <pc:picChg chg="add mod">
          <ac:chgData name="Shlomo Ben Shitrit" userId="S::shlomo.benshitrit@live.biu.ac.il::f460e157-b69f-4baf-a4c0-ee87186c303e" providerId="AD" clId="Web-{7C3DD814-17DF-D109-1FBD-50C7CB15FEDA}" dt="2026-06-30T07:45:49.677" v="59" actId="14100"/>
          <ac:picMkLst>
            <pc:docMk/>
            <pc:sldMk cId="697630522" sldId="266"/>
            <ac:picMk id="2" creationId="{9379280E-2DA9-5FF9-F60C-44649F0D8696}"/>
          </ac:picMkLst>
        </pc:picChg>
        <pc:picChg chg="del">
          <ac:chgData name="Shlomo Ben Shitrit" userId="S::shlomo.benshitrit@live.biu.ac.il::f460e157-b69f-4baf-a4c0-ee87186c303e" providerId="AD" clId="Web-{7C3DD814-17DF-D109-1FBD-50C7CB15FEDA}" dt="2026-06-30T07:45:45.287" v="58"/>
          <ac:picMkLst>
            <pc:docMk/>
            <pc:sldMk cId="697630522" sldId="266"/>
            <ac:picMk id="8" creationId="{1FD89AAC-9835-3DCA-1628-1522C227A687}"/>
          </ac:picMkLst>
        </pc:picChg>
      </pc:sldChg>
      <pc:sldChg chg="modSp">
        <pc:chgData name="Shlomo Ben Shitrit" userId="S::shlomo.benshitrit@live.biu.ac.il::f460e157-b69f-4baf-a4c0-ee87186c303e" providerId="AD" clId="Web-{7C3DD814-17DF-D109-1FBD-50C7CB15FEDA}" dt="2026-06-30T07:52:05.082" v="61" actId="1076"/>
        <pc:sldMkLst>
          <pc:docMk/>
          <pc:sldMk cId="1201566705" sldId="268"/>
        </pc:sldMkLst>
        <pc:spChg chg="mod">
          <ac:chgData name="Shlomo Ben Shitrit" userId="S::shlomo.benshitrit@live.biu.ac.il::f460e157-b69f-4baf-a4c0-ee87186c303e" providerId="AD" clId="Web-{7C3DD814-17DF-D109-1FBD-50C7CB15FEDA}" dt="2026-06-30T06:21:10.996" v="8" actId="20577"/>
          <ac:spMkLst>
            <pc:docMk/>
            <pc:sldMk cId="1201566705" sldId="268"/>
            <ac:spMk id="16" creationId="{A4BAAC91-3F57-D158-6D42-7FCE3A750DE5}"/>
          </ac:spMkLst>
        </pc:spChg>
        <pc:spChg chg="mod">
          <ac:chgData name="Shlomo Ben Shitrit" userId="S::shlomo.benshitrit@live.biu.ac.il::f460e157-b69f-4baf-a4c0-ee87186c303e" providerId="AD" clId="Web-{7C3DD814-17DF-D109-1FBD-50C7CB15FEDA}" dt="2026-06-30T06:26:44.768" v="12" actId="20577"/>
          <ac:spMkLst>
            <pc:docMk/>
            <pc:sldMk cId="1201566705" sldId="268"/>
            <ac:spMk id="21" creationId="{A870B5D4-AA13-D462-18C1-F71CFB67020A}"/>
          </ac:spMkLst>
        </pc:spChg>
        <pc:spChg chg="mod">
          <ac:chgData name="Shlomo Ben Shitrit" userId="S::shlomo.benshitrit@live.biu.ac.il::f460e157-b69f-4baf-a4c0-ee87186c303e" providerId="AD" clId="Web-{7C3DD814-17DF-D109-1FBD-50C7CB15FEDA}" dt="2026-06-30T06:21:36.107" v="9" actId="20577"/>
          <ac:spMkLst>
            <pc:docMk/>
            <pc:sldMk cId="1201566705" sldId="268"/>
            <ac:spMk id="23" creationId="{34C30C87-5AF3-CF6B-81E9-FD8CB444D2A9}"/>
          </ac:spMkLst>
        </pc:spChg>
        <pc:spChg chg="mod">
          <ac:chgData name="Shlomo Ben Shitrit" userId="S::shlomo.benshitrit@live.biu.ac.il::f460e157-b69f-4baf-a4c0-ee87186c303e" providerId="AD" clId="Web-{7C3DD814-17DF-D109-1FBD-50C7CB15FEDA}" dt="2026-06-30T06:19:58.413" v="7" actId="20577"/>
          <ac:spMkLst>
            <pc:docMk/>
            <pc:sldMk cId="1201566705" sldId="268"/>
            <ac:spMk id="24" creationId="{5BA2D718-B410-8850-C189-765B9CF9A2E7}"/>
          </ac:spMkLst>
        </pc:spChg>
        <pc:grpChg chg="mod">
          <ac:chgData name="Shlomo Ben Shitrit" userId="S::shlomo.benshitrit@live.biu.ac.il::f460e157-b69f-4baf-a4c0-ee87186c303e" providerId="AD" clId="Web-{7C3DD814-17DF-D109-1FBD-50C7CB15FEDA}" dt="2026-06-30T07:52:05.082" v="61" actId="1076"/>
          <ac:grpSpMkLst>
            <pc:docMk/>
            <pc:sldMk cId="1201566705" sldId="268"/>
            <ac:grpSpMk id="15" creationId="{616B2BA1-E0DD-01DF-03A0-5C890BCE494A}"/>
          </ac:grpSpMkLst>
        </pc:grpChg>
        <pc:picChg chg="mod">
          <ac:chgData name="Shlomo Ben Shitrit" userId="S::shlomo.benshitrit@live.biu.ac.il::f460e157-b69f-4baf-a4c0-ee87186c303e" providerId="AD" clId="Web-{7C3DD814-17DF-D109-1FBD-50C7CB15FEDA}" dt="2026-06-30T06:24:36.791" v="11" actId="1076"/>
          <ac:picMkLst>
            <pc:docMk/>
            <pc:sldMk cId="1201566705" sldId="268"/>
            <ac:picMk id="13" creationId="{ECD03F40-9F57-0733-622B-DBA420E659D4}"/>
          </ac:picMkLst>
        </pc:picChg>
      </pc:sldChg>
      <pc:sldChg chg="addSp delSp modSp">
        <pc:chgData name="Shlomo Ben Shitrit" userId="S::shlomo.benshitrit@live.biu.ac.il::f460e157-b69f-4baf-a4c0-ee87186c303e" providerId="AD" clId="Web-{7C3DD814-17DF-D109-1FBD-50C7CB15FEDA}" dt="2026-06-30T07:43:04.687" v="44" actId="14100"/>
        <pc:sldMkLst>
          <pc:docMk/>
          <pc:sldMk cId="3404424333" sldId="270"/>
        </pc:sldMkLst>
        <pc:picChg chg="del">
          <ac:chgData name="Shlomo Ben Shitrit" userId="S::shlomo.benshitrit@live.biu.ac.il::f460e157-b69f-4baf-a4c0-ee87186c303e" providerId="AD" clId="Web-{7C3DD814-17DF-D109-1FBD-50C7CB15FEDA}" dt="2026-06-30T07:42:52.890" v="39"/>
          <ac:picMkLst>
            <pc:docMk/>
            <pc:sldMk cId="3404424333" sldId="270"/>
            <ac:picMk id="2" creationId="{DAD6C4DC-3EA9-C58B-4B16-7F9F048DF0FC}"/>
          </ac:picMkLst>
        </pc:picChg>
        <pc:picChg chg="add mod">
          <ac:chgData name="Shlomo Ben Shitrit" userId="S::shlomo.benshitrit@live.biu.ac.il::f460e157-b69f-4baf-a4c0-ee87186c303e" providerId="AD" clId="Web-{7C3DD814-17DF-D109-1FBD-50C7CB15FEDA}" dt="2026-06-30T07:43:04.687" v="44" actId="14100"/>
          <ac:picMkLst>
            <pc:docMk/>
            <pc:sldMk cId="3404424333" sldId="270"/>
            <ac:picMk id="3" creationId="{7E384E49-48E8-6716-5697-2DAAA479CAC6}"/>
          </ac:picMkLst>
        </pc:picChg>
      </pc:sldChg>
      <pc:sldChg chg="addSp delSp modSp">
        <pc:chgData name="Shlomo Ben Shitrit" userId="S::shlomo.benshitrit@live.biu.ac.il::f460e157-b69f-4baf-a4c0-ee87186c303e" providerId="AD" clId="Web-{7C3DD814-17DF-D109-1FBD-50C7CB15FEDA}" dt="2026-06-30T07:45:13.770" v="55" actId="1076"/>
        <pc:sldMkLst>
          <pc:docMk/>
          <pc:sldMk cId="584101403" sldId="271"/>
        </pc:sldMkLst>
        <pc:picChg chg="del">
          <ac:chgData name="Shlomo Ben Shitrit" userId="S::shlomo.benshitrit@live.biu.ac.il::f460e157-b69f-4baf-a4c0-ee87186c303e" providerId="AD" clId="Web-{7C3DD814-17DF-D109-1FBD-50C7CB15FEDA}" dt="2026-06-30T07:44:09.408" v="46"/>
          <ac:picMkLst>
            <pc:docMk/>
            <pc:sldMk cId="584101403" sldId="271"/>
            <ac:picMk id="2" creationId="{BA4BCBEB-0579-8584-0068-33C8E5E96213}"/>
          </ac:picMkLst>
        </pc:picChg>
        <pc:picChg chg="add mod">
          <ac:chgData name="Shlomo Ben Shitrit" userId="S::shlomo.benshitrit@live.biu.ac.il::f460e157-b69f-4baf-a4c0-ee87186c303e" providerId="AD" clId="Web-{7C3DD814-17DF-D109-1FBD-50C7CB15FEDA}" dt="2026-06-30T07:45:13.770" v="55" actId="1076"/>
          <ac:picMkLst>
            <pc:docMk/>
            <pc:sldMk cId="584101403" sldId="271"/>
            <ac:picMk id="3" creationId="{1B8D810B-1674-4F0D-DFAC-602ACD9E336E}"/>
          </ac:picMkLst>
        </pc:picChg>
      </pc:sldChg>
      <pc:sldChg chg="addSp delSp modSp mod setBg">
        <pc:chgData name="Shlomo Ben Shitrit" userId="S::shlomo.benshitrit@live.biu.ac.il::f460e157-b69f-4baf-a4c0-ee87186c303e" providerId="AD" clId="Web-{7C3DD814-17DF-D109-1FBD-50C7CB15FEDA}" dt="2026-06-30T07:42:26.624" v="37"/>
        <pc:sldMkLst>
          <pc:docMk/>
          <pc:sldMk cId="2134031555" sldId="273"/>
        </pc:sldMkLst>
        <pc:spChg chg="add del">
          <ac:chgData name="Shlomo Ben Shitrit" userId="S::shlomo.benshitrit@live.biu.ac.il::f460e157-b69f-4baf-a4c0-ee87186c303e" providerId="AD" clId="Web-{7C3DD814-17DF-D109-1FBD-50C7CB15FEDA}" dt="2026-06-30T07:41:54.200" v="25"/>
          <ac:spMkLst>
            <pc:docMk/>
            <pc:sldMk cId="2134031555" sldId="273"/>
            <ac:spMk id="8" creationId="{F3060C83-F051-4F0E-ABAD-AA0DFC48B218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1:54.200" v="25"/>
          <ac:spMkLst>
            <pc:docMk/>
            <pc:sldMk cId="2134031555" sldId="273"/>
            <ac:spMk id="10" creationId="{83C98ABE-055B-441F-B07E-44F97F083C39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1:54.200" v="25"/>
          <ac:spMkLst>
            <pc:docMk/>
            <pc:sldMk cId="2134031555" sldId="273"/>
            <ac:spMk id="12" creationId="{29FDB030-9B49-4CED-8CCD-4D99382388AC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1:54.200" v="25"/>
          <ac:spMkLst>
            <pc:docMk/>
            <pc:sldMk cId="2134031555" sldId="273"/>
            <ac:spMk id="14" creationId="{3783CA14-24A1-485C-8B30-D6A5D87987AD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1:54.200" v="25"/>
          <ac:spMkLst>
            <pc:docMk/>
            <pc:sldMk cId="2134031555" sldId="273"/>
            <ac:spMk id="16" creationId="{9A97C86A-04D6-40F7-AE84-31AB43E6A846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1:54.200" v="25"/>
          <ac:spMkLst>
            <pc:docMk/>
            <pc:sldMk cId="2134031555" sldId="273"/>
            <ac:spMk id="18" creationId="{FF9F2414-84E8-453E-B1F3-389FDE8192D9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1:54.200" v="25"/>
          <ac:spMkLst>
            <pc:docMk/>
            <pc:sldMk cId="2134031555" sldId="273"/>
            <ac:spMk id="20" creationId="{3ECA69A1-7536-43AC-85EF-C7106179F5ED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0.279" v="27"/>
          <ac:spMkLst>
            <pc:docMk/>
            <pc:sldMk cId="2134031555" sldId="273"/>
            <ac:spMk id="22" creationId="{AB8C311F-7253-4AED-9701-7FC0708C41C7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0.279" v="27"/>
          <ac:spMkLst>
            <pc:docMk/>
            <pc:sldMk cId="2134031555" sldId="273"/>
            <ac:spMk id="23" creationId="{E2384209-CB15-4CDF-9D31-C44FD9A3F20D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0.279" v="27"/>
          <ac:spMkLst>
            <pc:docMk/>
            <pc:sldMk cId="2134031555" sldId="273"/>
            <ac:spMk id="24" creationId="{2633B3B5-CC90-43F0-8714-D31D1F3F0209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0.279" v="27"/>
          <ac:spMkLst>
            <pc:docMk/>
            <pc:sldMk cId="2134031555" sldId="273"/>
            <ac:spMk id="25" creationId="{A8D57A06-A426-446D-B02C-A2DC6B62E45E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2.404" v="29"/>
          <ac:spMkLst>
            <pc:docMk/>
            <pc:sldMk cId="2134031555" sldId="273"/>
            <ac:spMk id="27" creationId="{F3060C83-F051-4F0E-ABAD-AA0DFC48B218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2.404" v="29"/>
          <ac:spMkLst>
            <pc:docMk/>
            <pc:sldMk cId="2134031555" sldId="273"/>
            <ac:spMk id="28" creationId="{83C98ABE-055B-441F-B07E-44F97F083C39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2.404" v="29"/>
          <ac:spMkLst>
            <pc:docMk/>
            <pc:sldMk cId="2134031555" sldId="273"/>
            <ac:spMk id="29" creationId="{29FDB030-9B49-4CED-8CCD-4D99382388AC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2.404" v="29"/>
          <ac:spMkLst>
            <pc:docMk/>
            <pc:sldMk cId="2134031555" sldId="273"/>
            <ac:spMk id="30" creationId="{3783CA14-24A1-485C-8B30-D6A5D87987AD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2.404" v="29"/>
          <ac:spMkLst>
            <pc:docMk/>
            <pc:sldMk cId="2134031555" sldId="273"/>
            <ac:spMk id="31" creationId="{9A97C86A-04D6-40F7-AE84-31AB43E6A846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2.404" v="29"/>
          <ac:spMkLst>
            <pc:docMk/>
            <pc:sldMk cId="2134031555" sldId="273"/>
            <ac:spMk id="32" creationId="{FF9F2414-84E8-453E-B1F3-389FDE8192D9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2.404" v="29"/>
          <ac:spMkLst>
            <pc:docMk/>
            <pc:sldMk cId="2134031555" sldId="273"/>
            <ac:spMk id="33" creationId="{3ECA69A1-7536-43AC-85EF-C7106179F5ED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5.654" v="31"/>
          <ac:spMkLst>
            <pc:docMk/>
            <pc:sldMk cId="2134031555" sldId="273"/>
            <ac:spMk id="35" creationId="{AB8C311F-7253-4AED-9701-7FC0708C41C7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5.654" v="31"/>
          <ac:spMkLst>
            <pc:docMk/>
            <pc:sldMk cId="2134031555" sldId="273"/>
            <ac:spMk id="36" creationId="{E2384209-CB15-4CDF-9D31-C44FD9A3F20D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5.654" v="31"/>
          <ac:spMkLst>
            <pc:docMk/>
            <pc:sldMk cId="2134031555" sldId="273"/>
            <ac:spMk id="37" creationId="{2633B3B5-CC90-43F0-8714-D31D1F3F0209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5.654" v="31"/>
          <ac:spMkLst>
            <pc:docMk/>
            <pc:sldMk cId="2134031555" sldId="273"/>
            <ac:spMk id="38" creationId="{A8D57A06-A426-446D-B02C-A2DC6B62E45E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7.638" v="33"/>
          <ac:spMkLst>
            <pc:docMk/>
            <pc:sldMk cId="2134031555" sldId="273"/>
            <ac:spMk id="40" creationId="{F3060C83-F051-4F0E-ABAD-AA0DFC48B218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7.638" v="33"/>
          <ac:spMkLst>
            <pc:docMk/>
            <pc:sldMk cId="2134031555" sldId="273"/>
            <ac:spMk id="41" creationId="{83C98ABE-055B-441F-B07E-44F97F083C39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7.638" v="33"/>
          <ac:spMkLst>
            <pc:docMk/>
            <pc:sldMk cId="2134031555" sldId="273"/>
            <ac:spMk id="42" creationId="{29FDB030-9B49-4CED-8CCD-4D99382388AC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7.638" v="33"/>
          <ac:spMkLst>
            <pc:docMk/>
            <pc:sldMk cId="2134031555" sldId="273"/>
            <ac:spMk id="43" creationId="{3783CA14-24A1-485C-8B30-D6A5D87987AD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7.638" v="33"/>
          <ac:spMkLst>
            <pc:docMk/>
            <pc:sldMk cId="2134031555" sldId="273"/>
            <ac:spMk id="44" creationId="{9A97C86A-04D6-40F7-AE84-31AB43E6A846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7.638" v="33"/>
          <ac:spMkLst>
            <pc:docMk/>
            <pc:sldMk cId="2134031555" sldId="273"/>
            <ac:spMk id="45" creationId="{FF9F2414-84E8-453E-B1F3-389FDE8192D9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07.638" v="33"/>
          <ac:spMkLst>
            <pc:docMk/>
            <pc:sldMk cId="2134031555" sldId="273"/>
            <ac:spMk id="46" creationId="{3ECA69A1-7536-43AC-85EF-C7106179F5ED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14.248" v="35"/>
          <ac:spMkLst>
            <pc:docMk/>
            <pc:sldMk cId="2134031555" sldId="273"/>
            <ac:spMk id="48" creationId="{AB8C311F-7253-4AED-9701-7FC0708C41C7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14.248" v="35"/>
          <ac:spMkLst>
            <pc:docMk/>
            <pc:sldMk cId="2134031555" sldId="273"/>
            <ac:spMk id="49" creationId="{E2384209-CB15-4CDF-9D31-C44FD9A3F20D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14.248" v="35"/>
          <ac:spMkLst>
            <pc:docMk/>
            <pc:sldMk cId="2134031555" sldId="273"/>
            <ac:spMk id="50" creationId="{2633B3B5-CC90-43F0-8714-D31D1F3F0209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14.248" v="35"/>
          <ac:spMkLst>
            <pc:docMk/>
            <pc:sldMk cId="2134031555" sldId="273"/>
            <ac:spMk id="51" creationId="{A8D57A06-A426-446D-B02C-A2DC6B62E45E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26.624" v="37"/>
          <ac:spMkLst>
            <pc:docMk/>
            <pc:sldMk cId="2134031555" sldId="273"/>
            <ac:spMk id="53" creationId="{63644BFD-D22E-4019-B666-387DA51AEAFD}"/>
          </ac:spMkLst>
        </pc:spChg>
        <pc:spChg chg="add del">
          <ac:chgData name="Shlomo Ben Shitrit" userId="S::shlomo.benshitrit@live.biu.ac.il::f460e157-b69f-4baf-a4c0-ee87186c303e" providerId="AD" clId="Web-{7C3DD814-17DF-D109-1FBD-50C7CB15FEDA}" dt="2026-06-30T07:42:26.624" v="37"/>
          <ac:spMkLst>
            <pc:docMk/>
            <pc:sldMk cId="2134031555" sldId="273"/>
            <ac:spMk id="56" creationId="{3776B14B-F2F4-4825-8DA8-8C7A0F2B3960}"/>
          </ac:spMkLst>
        </pc:spChg>
        <pc:grpChg chg="add del">
          <ac:chgData name="Shlomo Ben Shitrit" userId="S::shlomo.benshitrit@live.biu.ac.il::f460e157-b69f-4baf-a4c0-ee87186c303e" providerId="AD" clId="Web-{7C3DD814-17DF-D109-1FBD-50C7CB15FEDA}" dt="2026-06-30T07:42:26.624" v="37"/>
          <ac:grpSpMkLst>
            <pc:docMk/>
            <pc:sldMk cId="2134031555" sldId="273"/>
            <ac:grpSpMk id="54" creationId="{5FE9FE4C-C9E0-4C54-8010-EA9D29CD4D59}"/>
          </ac:grpSpMkLst>
        </pc:grpChg>
        <pc:picChg chg="del">
          <ac:chgData name="Shlomo Ben Shitrit" userId="S::shlomo.benshitrit@live.biu.ac.il::f460e157-b69f-4baf-a4c0-ee87186c303e" providerId="AD" clId="Web-{7C3DD814-17DF-D109-1FBD-50C7CB15FEDA}" dt="2026-06-30T07:41:06.996" v="20"/>
          <ac:picMkLst>
            <pc:docMk/>
            <pc:sldMk cId="2134031555" sldId="273"/>
            <ac:picMk id="2" creationId="{1267733C-FD26-F545-4F51-D81A9FC31800}"/>
          </ac:picMkLst>
        </pc:picChg>
        <pc:picChg chg="add mod">
          <ac:chgData name="Shlomo Ben Shitrit" userId="S::shlomo.benshitrit@live.biu.ac.il::f460e157-b69f-4baf-a4c0-ee87186c303e" providerId="AD" clId="Web-{7C3DD814-17DF-D109-1FBD-50C7CB15FEDA}" dt="2026-06-30T07:42:26.624" v="37"/>
          <ac:picMkLst>
            <pc:docMk/>
            <pc:sldMk cId="2134031555" sldId="273"/>
            <ac:picMk id="3" creationId="{F5340D20-57C0-BC0E-F8D4-AE16D4094BB2}"/>
          </ac:picMkLst>
        </pc:picChg>
      </pc:sldChg>
    </pc:docChg>
  </pc:docChgLst>
  <pc:docChgLst>
    <pc:chgData name="Yarden Gottreich" userId="3b5faecc-eda4-4027-99cc-6ef6b3f1f05e" providerId="ADAL" clId="{64C1CD8F-8E30-4497-90FD-5A0A2C158313}"/>
    <pc:docChg chg="undo custSel addSld delSld modSld sldOrd">
      <pc:chgData name="Yarden Gottreich" userId="3b5faecc-eda4-4027-99cc-6ef6b3f1f05e" providerId="ADAL" clId="{64C1CD8F-8E30-4497-90FD-5A0A2C158313}" dt="2026-06-30T07:53:26.857" v="391" actId="47"/>
      <pc:docMkLst>
        <pc:docMk/>
      </pc:docMkLst>
      <pc:sldChg chg="modNotesTx">
        <pc:chgData name="Yarden Gottreich" userId="3b5faecc-eda4-4027-99cc-6ef6b3f1f05e" providerId="ADAL" clId="{64C1CD8F-8E30-4497-90FD-5A0A2C158313}" dt="2026-06-29T23:52:21.433" v="301" actId="20577"/>
        <pc:sldMkLst>
          <pc:docMk/>
          <pc:sldMk cId="918743448" sldId="257"/>
        </pc:sldMkLst>
      </pc:sldChg>
      <pc:sldChg chg="modNotesTx">
        <pc:chgData name="Yarden Gottreich" userId="3b5faecc-eda4-4027-99cc-6ef6b3f1f05e" providerId="ADAL" clId="{64C1CD8F-8E30-4497-90FD-5A0A2C158313}" dt="2026-06-29T23:52:49.262" v="325" actId="20577"/>
        <pc:sldMkLst>
          <pc:docMk/>
          <pc:sldMk cId="2434413490" sldId="259"/>
        </pc:sldMkLst>
      </pc:sldChg>
      <pc:sldChg chg="del">
        <pc:chgData name="Yarden Gottreich" userId="3b5faecc-eda4-4027-99cc-6ef6b3f1f05e" providerId="ADAL" clId="{64C1CD8F-8E30-4497-90FD-5A0A2C158313}" dt="2026-06-29T23:33:55.101" v="31" actId="47"/>
        <pc:sldMkLst>
          <pc:docMk/>
          <pc:sldMk cId="1942865456" sldId="260"/>
        </pc:sldMkLst>
      </pc:sldChg>
      <pc:sldChg chg="modNotesTx">
        <pc:chgData name="Yarden Gottreich" userId="3b5faecc-eda4-4027-99cc-6ef6b3f1f05e" providerId="ADAL" clId="{64C1CD8F-8E30-4497-90FD-5A0A2C158313}" dt="2026-06-29T23:52:28.103" v="309" actId="20577"/>
        <pc:sldMkLst>
          <pc:docMk/>
          <pc:sldMk cId="697630522" sldId="266"/>
        </pc:sldMkLst>
      </pc:sldChg>
      <pc:sldChg chg="modNotesTx">
        <pc:chgData name="Yarden Gottreich" userId="3b5faecc-eda4-4027-99cc-6ef6b3f1f05e" providerId="ADAL" clId="{64C1CD8F-8E30-4497-90FD-5A0A2C158313}" dt="2026-06-29T23:53:05.265" v="327" actId="20577"/>
        <pc:sldMkLst>
          <pc:docMk/>
          <pc:sldMk cId="1201566705" sldId="268"/>
        </pc:sldMkLst>
      </pc:sldChg>
      <pc:sldChg chg="modNotesTx">
        <pc:chgData name="Yarden Gottreich" userId="3b5faecc-eda4-4027-99cc-6ef6b3f1f05e" providerId="ADAL" clId="{64C1CD8F-8E30-4497-90FD-5A0A2C158313}" dt="2026-06-29T23:51:31.279" v="281" actId="20577"/>
        <pc:sldMkLst>
          <pc:docMk/>
          <pc:sldMk cId="584101403" sldId="271"/>
        </pc:sldMkLst>
      </pc:sldChg>
      <pc:sldChg chg="ord modNotesTx">
        <pc:chgData name="Yarden Gottreich" userId="3b5faecc-eda4-4027-99cc-6ef6b3f1f05e" providerId="ADAL" clId="{64C1CD8F-8E30-4497-90FD-5A0A2C158313}" dt="2026-06-29T23:51:45.550" v="293" actId="20577"/>
        <pc:sldMkLst>
          <pc:docMk/>
          <pc:sldMk cId="2134031555" sldId="273"/>
        </pc:sldMkLst>
      </pc:sldChg>
      <pc:sldChg chg="addSp modSp mod modNotesTx">
        <pc:chgData name="Yarden Gottreich" userId="3b5faecc-eda4-4027-99cc-6ef6b3f1f05e" providerId="ADAL" clId="{64C1CD8F-8E30-4497-90FD-5A0A2C158313}" dt="2026-06-30T00:04:52.403" v="334" actId="20577"/>
        <pc:sldMkLst>
          <pc:docMk/>
          <pc:sldMk cId="188335680" sldId="274"/>
        </pc:sldMkLst>
        <pc:spChg chg="add mod">
          <ac:chgData name="Yarden Gottreich" userId="3b5faecc-eda4-4027-99cc-6ef6b3f1f05e" providerId="ADAL" clId="{64C1CD8F-8E30-4497-90FD-5A0A2C158313}" dt="2026-06-29T23:33:36.572" v="29" actId="1076"/>
          <ac:spMkLst>
            <pc:docMk/>
            <pc:sldMk cId="188335680" sldId="274"/>
            <ac:spMk id="2" creationId="{FD3A1B62-F374-D65E-3A67-1909E3CA4A15}"/>
          </ac:spMkLst>
        </pc:spChg>
        <pc:spChg chg="mod">
          <ac:chgData name="Yarden Gottreich" userId="3b5faecc-eda4-4027-99cc-6ef6b3f1f05e" providerId="ADAL" clId="{64C1CD8F-8E30-4497-90FD-5A0A2C158313}" dt="2026-06-29T23:33:40.500" v="30" actId="1076"/>
          <ac:spMkLst>
            <pc:docMk/>
            <pc:sldMk cId="188335680" sldId="274"/>
            <ac:spMk id="3" creationId="{C44A00C2-4C29-7FE8-16AC-01E2C2EC2ED9}"/>
          </ac:spMkLst>
        </pc:spChg>
      </pc:sldChg>
      <pc:sldChg chg="new modNotesTx">
        <pc:chgData name="Yarden Gottreich" userId="3b5faecc-eda4-4027-99cc-6ef6b3f1f05e" providerId="ADAL" clId="{64C1CD8F-8E30-4497-90FD-5A0A2C158313}" dt="2026-06-29T23:39:21.531" v="169" actId="20577"/>
        <pc:sldMkLst>
          <pc:docMk/>
          <pc:sldMk cId="2238254796" sldId="275"/>
        </pc:sldMkLst>
      </pc:sldChg>
      <pc:sldChg chg="addSp delSp modSp new mod">
        <pc:chgData name="Yarden Gottreich" userId="3b5faecc-eda4-4027-99cc-6ef6b3f1f05e" providerId="ADAL" clId="{64C1CD8F-8E30-4497-90FD-5A0A2C158313}" dt="2026-06-29T23:44:37.004" v="268" actId="1076"/>
        <pc:sldMkLst>
          <pc:docMk/>
          <pc:sldMk cId="3328735283" sldId="276"/>
        </pc:sldMkLst>
        <pc:spChg chg="mod">
          <ac:chgData name="Yarden Gottreich" userId="3b5faecc-eda4-4027-99cc-6ef6b3f1f05e" providerId="ADAL" clId="{64C1CD8F-8E30-4497-90FD-5A0A2C158313}" dt="2026-06-29T23:44:37.004" v="268" actId="1076"/>
          <ac:spMkLst>
            <pc:docMk/>
            <pc:sldMk cId="3328735283" sldId="276"/>
            <ac:spMk id="2" creationId="{17B26E58-B556-6820-450A-305E0D0AC665}"/>
          </ac:spMkLst>
        </pc:spChg>
        <pc:spChg chg="del mod">
          <ac:chgData name="Yarden Gottreich" userId="3b5faecc-eda4-4027-99cc-6ef6b3f1f05e" providerId="ADAL" clId="{64C1CD8F-8E30-4497-90FD-5A0A2C158313}" dt="2026-06-29T23:41:26.891" v="206" actId="478"/>
          <ac:spMkLst>
            <pc:docMk/>
            <pc:sldMk cId="3328735283" sldId="276"/>
            <ac:spMk id="3" creationId="{D49C86A7-3B00-3CCD-A606-782604B97836}"/>
          </ac:spMkLst>
        </pc:spChg>
        <pc:picChg chg="add mod">
          <ac:chgData name="Yarden Gottreich" userId="3b5faecc-eda4-4027-99cc-6ef6b3f1f05e" providerId="ADAL" clId="{64C1CD8F-8E30-4497-90FD-5A0A2C158313}" dt="2026-06-29T23:44:33.016" v="267" actId="1076"/>
          <ac:picMkLst>
            <pc:docMk/>
            <pc:sldMk cId="3328735283" sldId="276"/>
            <ac:picMk id="4" creationId="{3669EE88-48C4-C191-A6ED-7F190D29E822}"/>
          </ac:picMkLst>
        </pc:picChg>
      </pc:sldChg>
      <pc:sldChg chg="addSp delSp modSp mod modNotesTx">
        <pc:chgData name="Yarden Gottreich" userId="3b5faecc-eda4-4027-99cc-6ef6b3f1f05e" providerId="ADAL" clId="{64C1CD8F-8E30-4497-90FD-5A0A2C158313}" dt="2026-06-30T01:24:58.851" v="376" actId="14100"/>
        <pc:sldMkLst>
          <pc:docMk/>
          <pc:sldMk cId="1856694421" sldId="277"/>
        </pc:sldMkLst>
        <pc:picChg chg="add del mod">
          <ac:chgData name="Yarden Gottreich" userId="3b5faecc-eda4-4027-99cc-6ef6b3f1f05e" providerId="ADAL" clId="{64C1CD8F-8E30-4497-90FD-5A0A2C158313}" dt="2026-06-30T01:23:45.393" v="354" actId="478"/>
          <ac:picMkLst>
            <pc:docMk/>
            <pc:sldMk cId="1856694421" sldId="277"/>
            <ac:picMk id="4" creationId="{6028FA33-EAF6-55B7-A74F-039C4D360287}"/>
          </ac:picMkLst>
        </pc:picChg>
        <pc:picChg chg="add del mod">
          <ac:chgData name="Yarden Gottreich" userId="3b5faecc-eda4-4027-99cc-6ef6b3f1f05e" providerId="ADAL" clId="{64C1CD8F-8E30-4497-90FD-5A0A2C158313}" dt="2026-06-30T01:24:01.489" v="359" actId="478"/>
          <ac:picMkLst>
            <pc:docMk/>
            <pc:sldMk cId="1856694421" sldId="277"/>
            <ac:picMk id="6" creationId="{C29ED2C9-32E3-37A4-E60A-9C28732F2069}"/>
          </ac:picMkLst>
        </pc:picChg>
        <pc:picChg chg="add mod">
          <ac:chgData name="Yarden Gottreich" userId="3b5faecc-eda4-4027-99cc-6ef6b3f1f05e" providerId="ADAL" clId="{64C1CD8F-8E30-4497-90FD-5A0A2C158313}" dt="2026-06-30T01:23:54.309" v="358" actId="14100"/>
          <ac:picMkLst>
            <pc:docMk/>
            <pc:sldMk cId="1856694421" sldId="277"/>
            <ac:picMk id="8" creationId="{95041045-5262-E053-EF67-03ED546E2F3A}"/>
          </ac:picMkLst>
        </pc:picChg>
        <pc:picChg chg="add mod">
          <ac:chgData name="Yarden Gottreich" userId="3b5faecc-eda4-4027-99cc-6ef6b3f1f05e" providerId="ADAL" clId="{64C1CD8F-8E30-4497-90FD-5A0A2C158313}" dt="2026-06-30T01:24:14.989" v="366" actId="1076"/>
          <ac:picMkLst>
            <pc:docMk/>
            <pc:sldMk cId="1856694421" sldId="277"/>
            <ac:picMk id="10" creationId="{8CA07E51-06D2-E119-4647-2F45D48EEE74}"/>
          </ac:picMkLst>
        </pc:picChg>
        <pc:picChg chg="add mod">
          <ac:chgData name="Yarden Gottreich" userId="3b5faecc-eda4-4027-99cc-6ef6b3f1f05e" providerId="ADAL" clId="{64C1CD8F-8E30-4497-90FD-5A0A2C158313}" dt="2026-06-30T01:24:35.717" v="370" actId="14100"/>
          <ac:picMkLst>
            <pc:docMk/>
            <pc:sldMk cId="1856694421" sldId="277"/>
            <ac:picMk id="13" creationId="{0ACEFA6B-8A7A-A860-5681-903258AD44E0}"/>
          </ac:picMkLst>
        </pc:picChg>
        <pc:picChg chg="add mod">
          <ac:chgData name="Yarden Gottreich" userId="3b5faecc-eda4-4027-99cc-6ef6b3f1f05e" providerId="ADAL" clId="{64C1CD8F-8E30-4497-90FD-5A0A2C158313}" dt="2026-06-30T01:24:58.851" v="376" actId="14100"/>
          <ac:picMkLst>
            <pc:docMk/>
            <pc:sldMk cId="1856694421" sldId="277"/>
            <ac:picMk id="15" creationId="{5EE7FED8-176C-34AB-38BC-AAFAE93F4BB6}"/>
          </ac:picMkLst>
        </pc:picChg>
      </pc:sldChg>
      <pc:sldChg chg="addSp modSp new del mod">
        <pc:chgData name="Yarden Gottreich" userId="3b5faecc-eda4-4027-99cc-6ef6b3f1f05e" providerId="ADAL" clId="{64C1CD8F-8E30-4497-90FD-5A0A2C158313}" dt="2026-06-30T07:53:26.857" v="391" actId="47"/>
        <pc:sldMkLst>
          <pc:docMk/>
          <pc:sldMk cId="1401706676" sldId="278"/>
        </pc:sldMkLst>
        <pc:spChg chg="mod">
          <ac:chgData name="Yarden Gottreich" userId="3b5faecc-eda4-4027-99cc-6ef6b3f1f05e" providerId="ADAL" clId="{64C1CD8F-8E30-4497-90FD-5A0A2C158313}" dt="2026-06-30T01:26:15" v="390" actId="20577"/>
          <ac:spMkLst>
            <pc:docMk/>
            <pc:sldMk cId="1401706676" sldId="278"/>
            <ac:spMk id="2" creationId="{71022739-2B2B-F618-2A45-E5F666317A10}"/>
          </ac:spMkLst>
        </pc:spChg>
        <pc:picChg chg="add mod">
          <ac:chgData name="Yarden Gottreich" userId="3b5faecc-eda4-4027-99cc-6ef6b3f1f05e" providerId="ADAL" clId="{64C1CD8F-8E30-4497-90FD-5A0A2C158313}" dt="2026-06-30T01:26:08.779" v="382" actId="1076"/>
          <ac:picMkLst>
            <pc:docMk/>
            <pc:sldMk cId="1401706676" sldId="278"/>
            <ac:picMk id="5" creationId="{3D7FDD96-5661-6837-512B-E083F97FC832}"/>
          </ac:picMkLst>
        </pc:picChg>
      </pc:sldChg>
      <pc:sldChg chg="new del">
        <pc:chgData name="Yarden Gottreich" userId="3b5faecc-eda4-4027-99cc-6ef6b3f1f05e" providerId="ADAL" clId="{64C1CD8F-8E30-4497-90FD-5A0A2C158313}" dt="2026-06-30T01:25:59.179" v="378" actId="680"/>
        <pc:sldMkLst>
          <pc:docMk/>
          <pc:sldMk cId="2619246488" sldId="278"/>
        </pc:sldMkLst>
      </pc:sldChg>
    </pc:docChg>
  </pc:docChgLst>
  <pc:docChgLst>
    <pc:chgData name="Shlomo Ben Shitrit" userId="S::shlomo.benshitrit@live.biu.ac.il::f460e157-b69f-4baf-a4c0-ee87186c303e" providerId="AD" clId="Web-{D6F98132-C083-730F-133C-AA696CFDFA25}"/>
    <pc:docChg chg="modSld">
      <pc:chgData name="Shlomo Ben Shitrit" userId="S::shlomo.benshitrit@live.biu.ac.il::f460e157-b69f-4baf-a4c0-ee87186c303e" providerId="AD" clId="Web-{D6F98132-C083-730F-133C-AA696CFDFA25}" dt="2026-06-30T01:01:55.084" v="65" actId="20577"/>
      <pc:docMkLst>
        <pc:docMk/>
      </pc:docMkLst>
      <pc:sldChg chg="addSp modSp">
        <pc:chgData name="Shlomo Ben Shitrit" userId="S::shlomo.benshitrit@live.biu.ac.il::f460e157-b69f-4baf-a4c0-ee87186c303e" providerId="AD" clId="Web-{D6F98132-C083-730F-133C-AA696CFDFA25}" dt="2026-06-30T01:00:49.018" v="57" actId="14100"/>
        <pc:sldMkLst>
          <pc:docMk/>
          <pc:sldMk cId="2434413490" sldId="259"/>
        </pc:sldMkLst>
        <pc:spChg chg="mod">
          <ac:chgData name="Shlomo Ben Shitrit" userId="S::shlomo.benshitrit@live.biu.ac.il::f460e157-b69f-4baf-a4c0-ee87186c303e" providerId="AD" clId="Web-{D6F98132-C083-730F-133C-AA696CFDFA25}" dt="2026-06-30T00:34:54.140" v="12" actId="20577"/>
          <ac:spMkLst>
            <pc:docMk/>
            <pc:sldMk cId="2434413490" sldId="259"/>
            <ac:spMk id="19" creationId="{E3F3430E-A20A-A48E-3E4D-62D8CDC13F86}"/>
          </ac:spMkLst>
        </pc:spChg>
        <pc:spChg chg="mod">
          <ac:chgData name="Shlomo Ben Shitrit" userId="S::shlomo.benshitrit@live.biu.ac.il::f460e157-b69f-4baf-a4c0-ee87186c303e" providerId="AD" clId="Web-{D6F98132-C083-730F-133C-AA696CFDFA25}" dt="2026-06-30T00:35:04.250" v="18" actId="20577"/>
          <ac:spMkLst>
            <pc:docMk/>
            <pc:sldMk cId="2434413490" sldId="259"/>
            <ac:spMk id="25" creationId="{8E89B227-F4FB-5767-3B62-F139D17A294E}"/>
          </ac:spMkLst>
        </pc:spChg>
        <pc:spChg chg="mod">
          <ac:chgData name="Shlomo Ben Shitrit" userId="S::shlomo.benshitrit@live.biu.ac.il::f460e157-b69f-4baf-a4c0-ee87186c303e" providerId="AD" clId="Web-{D6F98132-C083-730F-133C-AA696CFDFA25}" dt="2026-06-30T00:35:22.611" v="21" actId="1076"/>
          <ac:spMkLst>
            <pc:docMk/>
            <pc:sldMk cId="2434413490" sldId="259"/>
            <ac:spMk id="35" creationId="{4BE71C29-BCD2-5C36-F50F-7D688C73E1A8}"/>
          </ac:spMkLst>
        </pc:spChg>
        <pc:picChg chg="add mod">
          <ac:chgData name="Shlomo Ben Shitrit" userId="S::shlomo.benshitrit@live.biu.ac.il::f460e157-b69f-4baf-a4c0-ee87186c303e" providerId="AD" clId="Web-{D6F98132-C083-730F-133C-AA696CFDFA25}" dt="2026-06-30T00:59:23.435" v="48" actId="1076"/>
          <ac:picMkLst>
            <pc:docMk/>
            <pc:sldMk cId="2434413490" sldId="259"/>
            <ac:picMk id="2" creationId="{6774DA0E-D4DA-5FB5-CDEE-CF6C2EE40F9B}"/>
          </ac:picMkLst>
        </pc:picChg>
        <pc:picChg chg="add mod">
          <ac:chgData name="Shlomo Ben Shitrit" userId="S::shlomo.benshitrit@live.biu.ac.il::f460e157-b69f-4baf-a4c0-ee87186c303e" providerId="AD" clId="Web-{D6F98132-C083-730F-133C-AA696CFDFA25}" dt="2026-06-30T00:59:19.904" v="47" actId="1076"/>
          <ac:picMkLst>
            <pc:docMk/>
            <pc:sldMk cId="2434413490" sldId="259"/>
            <ac:picMk id="4" creationId="{79FB3D56-3D0D-12BA-BC71-DF893653DFB1}"/>
          </ac:picMkLst>
        </pc:picChg>
        <pc:picChg chg="add mod">
          <ac:chgData name="Shlomo Ben Shitrit" userId="S::shlomo.benshitrit@live.biu.ac.il::f460e157-b69f-4baf-a4c0-ee87186c303e" providerId="AD" clId="Web-{D6F98132-C083-730F-133C-AA696CFDFA25}" dt="2026-06-30T00:59:16.185" v="45" actId="1076"/>
          <ac:picMkLst>
            <pc:docMk/>
            <pc:sldMk cId="2434413490" sldId="259"/>
            <ac:picMk id="5" creationId="{2F0A5E53-FB34-8BB0-992F-DD734D17DC44}"/>
          </ac:picMkLst>
        </pc:picChg>
        <pc:picChg chg="add mod">
          <ac:chgData name="Shlomo Ben Shitrit" userId="S::shlomo.benshitrit@live.biu.ac.il::f460e157-b69f-4baf-a4c0-ee87186c303e" providerId="AD" clId="Web-{D6F98132-C083-730F-133C-AA696CFDFA25}" dt="2026-06-30T01:00:49.018" v="57" actId="14100"/>
          <ac:picMkLst>
            <pc:docMk/>
            <pc:sldMk cId="2434413490" sldId="259"/>
            <ac:picMk id="6" creationId="{2D887ADB-91F0-B528-2952-CBA374C3EC20}"/>
          </ac:picMkLst>
        </pc:picChg>
      </pc:sldChg>
      <pc:sldChg chg="modSp">
        <pc:chgData name="Shlomo Ben Shitrit" userId="S::shlomo.benshitrit@live.biu.ac.il::f460e157-b69f-4baf-a4c0-ee87186c303e" providerId="AD" clId="Web-{D6F98132-C083-730F-133C-AA696CFDFA25}" dt="2026-06-30T01:01:55.084" v="65" actId="20577"/>
        <pc:sldMkLst>
          <pc:docMk/>
          <pc:sldMk cId="1856694421" sldId="277"/>
        </pc:sldMkLst>
        <pc:spChg chg="mod">
          <ac:chgData name="Shlomo Ben Shitrit" userId="S::shlomo.benshitrit@live.biu.ac.il::f460e157-b69f-4baf-a4c0-ee87186c303e" providerId="AD" clId="Web-{D6F98132-C083-730F-133C-AA696CFDFA25}" dt="2026-06-30T01:01:55.084" v="65" actId="20577"/>
          <ac:spMkLst>
            <pc:docMk/>
            <pc:sldMk cId="1856694421" sldId="277"/>
            <ac:spMk id="19" creationId="{57BFDCAE-D351-BD60-82E4-6C5AB14B40E1}"/>
          </ac:spMkLst>
        </pc:spChg>
        <pc:spChg chg="mod">
          <ac:chgData name="Shlomo Ben Shitrit" userId="S::shlomo.benshitrit@live.biu.ac.il::f460e157-b69f-4baf-a4c0-ee87186c303e" providerId="AD" clId="Web-{D6F98132-C083-730F-133C-AA696CFDFA25}" dt="2026-06-30T01:01:49.084" v="63" actId="20577"/>
          <ac:spMkLst>
            <pc:docMk/>
            <pc:sldMk cId="1856694421" sldId="277"/>
            <ac:spMk id="25" creationId="{5E8B8A0D-6FEA-2258-B3BF-42C15B17E5EE}"/>
          </ac:spMkLst>
        </pc:spChg>
      </pc:sldChg>
    </pc:docChg>
  </pc:docChgLst>
  <pc:docChgLst>
    <pc:chgData name="Avital Skop" userId="932fea03-23b3-43e3-bef8-ff6b9881c608" providerId="ADAL" clId="{B2908CEE-9237-4D68-BD34-FB1BF8116763}"/>
    <pc:docChg chg="undo redo custSel addSld delSld modSld sldOrd">
      <pc:chgData name="Avital Skop" userId="932fea03-23b3-43e3-bef8-ff6b9881c608" providerId="ADAL" clId="{B2908CEE-9237-4D68-BD34-FB1BF8116763}" dt="2026-06-30T06:09:18.980" v="703"/>
      <pc:docMkLst>
        <pc:docMk/>
      </pc:docMkLst>
      <pc:sldChg chg="delSp del mod">
        <pc:chgData name="Avital Skop" userId="932fea03-23b3-43e3-bef8-ff6b9881c608" providerId="ADAL" clId="{B2908CEE-9237-4D68-BD34-FB1BF8116763}" dt="2026-06-29T12:56:24.773" v="13" actId="47"/>
        <pc:sldMkLst>
          <pc:docMk/>
          <pc:sldMk cId="2478401907" sldId="256"/>
        </pc:sldMkLst>
        <pc:spChg chg="del">
          <ac:chgData name="Avital Skop" userId="932fea03-23b3-43e3-bef8-ff6b9881c608" providerId="ADAL" clId="{B2908CEE-9237-4D68-BD34-FB1BF8116763}" dt="2026-06-29T12:55:39.891" v="0" actId="478"/>
          <ac:spMkLst>
            <pc:docMk/>
            <pc:sldMk cId="2478401907" sldId="256"/>
            <ac:spMk id="2" creationId="{00000000-0000-0000-0000-000000000000}"/>
          </ac:spMkLst>
        </pc:spChg>
        <pc:spChg chg="del">
          <ac:chgData name="Avital Skop" userId="932fea03-23b3-43e3-bef8-ff6b9881c608" providerId="ADAL" clId="{B2908CEE-9237-4D68-BD34-FB1BF8116763}" dt="2026-06-29T12:55:41.537" v="1" actId="478"/>
          <ac:spMkLst>
            <pc:docMk/>
            <pc:sldMk cId="2478401907" sldId="256"/>
            <ac:spMk id="3" creationId="{00000000-0000-0000-0000-000000000000}"/>
          </ac:spMkLst>
        </pc:spChg>
      </pc:sldChg>
      <pc:sldChg chg="modSp add mod setBg">
        <pc:chgData name="Avital Skop" userId="932fea03-23b3-43e3-bef8-ff6b9881c608" providerId="ADAL" clId="{B2908CEE-9237-4D68-BD34-FB1BF8116763}" dt="2026-06-29T13:26:47.711" v="442" actId="20577"/>
        <pc:sldMkLst>
          <pc:docMk/>
          <pc:sldMk cId="1424850392" sldId="257"/>
        </pc:sldMkLst>
        <pc:spChg chg="mod">
          <ac:chgData name="Avital Skop" userId="932fea03-23b3-43e3-bef8-ff6b9881c608" providerId="ADAL" clId="{B2908CEE-9237-4D68-BD34-FB1BF8116763}" dt="2026-06-29T13:26:47.711" v="442" actId="20577"/>
          <ac:spMkLst>
            <pc:docMk/>
            <pc:sldMk cId="1424850392" sldId="257"/>
            <ac:spMk id="2" creationId="{598E82EA-08D0-D2C0-A34A-2CCF50B408BA}"/>
          </ac:spMkLst>
        </pc:spChg>
        <pc:spChg chg="mod">
          <ac:chgData name="Avital Skop" userId="932fea03-23b3-43e3-bef8-ff6b9881c608" providerId="ADAL" clId="{B2908CEE-9237-4D68-BD34-FB1BF8116763}" dt="2026-06-29T13:17:19.064" v="389" actId="1076"/>
          <ac:spMkLst>
            <pc:docMk/>
            <pc:sldMk cId="1424850392" sldId="257"/>
            <ac:spMk id="3" creationId="{572B4DF3-C774-4A50-8203-E78A651ABBF2}"/>
          </ac:spMkLst>
        </pc:spChg>
      </pc:sldChg>
      <pc:sldChg chg="add del">
        <pc:chgData name="Avital Skop" userId="932fea03-23b3-43e3-bef8-ff6b9881c608" providerId="ADAL" clId="{B2908CEE-9237-4D68-BD34-FB1BF8116763}" dt="2026-06-29T12:56:24.940" v="14" actId="47"/>
        <pc:sldMkLst>
          <pc:docMk/>
          <pc:sldMk cId="2540956620" sldId="257"/>
        </pc:sldMkLst>
      </pc:sldChg>
      <pc:sldChg chg="add del">
        <pc:chgData name="Avital Skop" userId="932fea03-23b3-43e3-bef8-ff6b9881c608" providerId="ADAL" clId="{B2908CEE-9237-4D68-BD34-FB1BF8116763}" dt="2026-06-29T12:56:25.100" v="15" actId="47"/>
        <pc:sldMkLst>
          <pc:docMk/>
          <pc:sldMk cId="1559487259" sldId="258"/>
        </pc:sldMkLst>
      </pc:sldChg>
      <pc:sldChg chg="delSp modSp add mod setBg">
        <pc:chgData name="Avital Skop" userId="932fea03-23b3-43e3-bef8-ff6b9881c608" providerId="ADAL" clId="{B2908CEE-9237-4D68-BD34-FB1BF8116763}" dt="2026-06-29T21:01:10.362" v="579" actId="1076"/>
        <pc:sldMkLst>
          <pc:docMk/>
          <pc:sldMk cId="3225696804" sldId="258"/>
        </pc:sldMkLst>
        <pc:spChg chg="mod">
          <ac:chgData name="Avital Skop" userId="932fea03-23b3-43e3-bef8-ff6b9881c608" providerId="ADAL" clId="{B2908CEE-9237-4D68-BD34-FB1BF8116763}" dt="2026-06-29T13:26:56.257" v="444" actId="1076"/>
          <ac:spMkLst>
            <pc:docMk/>
            <pc:sldMk cId="3225696804" sldId="258"/>
            <ac:spMk id="2" creationId="{F67A5F1A-7986-A81A-F61A-8383905233C1}"/>
          </ac:spMkLst>
        </pc:spChg>
        <pc:spChg chg="mod topLvl">
          <ac:chgData name="Avital Skop" userId="932fea03-23b3-43e3-bef8-ff6b9881c608" providerId="ADAL" clId="{B2908CEE-9237-4D68-BD34-FB1BF8116763}" dt="2026-06-29T21:01:10.362" v="579" actId="1076"/>
          <ac:spMkLst>
            <pc:docMk/>
            <pc:sldMk cId="3225696804" sldId="258"/>
            <ac:spMk id="3" creationId="{585A3F75-08C9-D28E-5C20-41CA2ED931F2}"/>
          </ac:spMkLst>
        </pc:spChg>
        <pc:spChg chg="del mod topLvl">
          <ac:chgData name="Avital Skop" userId="932fea03-23b3-43e3-bef8-ff6b9881c608" providerId="ADAL" clId="{B2908CEE-9237-4D68-BD34-FB1BF8116763}" dt="2026-06-29T13:00:11.581" v="54" actId="478"/>
          <ac:spMkLst>
            <pc:docMk/>
            <pc:sldMk cId="3225696804" sldId="258"/>
            <ac:spMk id="4" creationId="{0C320E63-39BE-7729-57FE-BB1CE4068617}"/>
          </ac:spMkLst>
        </pc:spChg>
        <pc:grpChg chg="del">
          <ac:chgData name="Avital Skop" userId="932fea03-23b3-43e3-bef8-ff6b9881c608" providerId="ADAL" clId="{B2908CEE-9237-4D68-BD34-FB1BF8116763}" dt="2026-06-29T13:00:07.551" v="48" actId="478"/>
          <ac:grpSpMkLst>
            <pc:docMk/>
            <pc:sldMk cId="3225696804" sldId="258"/>
            <ac:grpSpMk id="7" creationId="{25F95CA7-4697-7942-68CC-587BFFAEB23F}"/>
          </ac:grpSpMkLst>
        </pc:grpChg>
        <pc:grpChg chg="del">
          <ac:chgData name="Avital Skop" userId="932fea03-23b3-43e3-bef8-ff6b9881c608" providerId="ADAL" clId="{B2908CEE-9237-4D68-BD34-FB1BF8116763}" dt="2026-06-29T13:00:08.491" v="49" actId="478"/>
          <ac:grpSpMkLst>
            <pc:docMk/>
            <pc:sldMk cId="3225696804" sldId="258"/>
            <ac:grpSpMk id="9" creationId="{FAF05D2E-F4C8-39BC-26AD-0FC72D01C5CA}"/>
          </ac:grpSpMkLst>
        </pc:grpChg>
        <pc:grpChg chg="del">
          <ac:chgData name="Avital Skop" userId="932fea03-23b3-43e3-bef8-ff6b9881c608" providerId="ADAL" clId="{B2908CEE-9237-4D68-BD34-FB1BF8116763}" dt="2026-06-29T13:00:10.154" v="52" actId="478"/>
          <ac:grpSpMkLst>
            <pc:docMk/>
            <pc:sldMk cId="3225696804" sldId="258"/>
            <ac:grpSpMk id="11" creationId="{5F7EFE26-6F56-B898-1355-AC65B8379638}"/>
          </ac:grpSpMkLst>
        </pc:grpChg>
        <pc:grpChg chg="del">
          <ac:chgData name="Avital Skop" userId="932fea03-23b3-43e3-bef8-ff6b9881c608" providerId="ADAL" clId="{B2908CEE-9237-4D68-BD34-FB1BF8116763}" dt="2026-06-29T13:00:09.144" v="50" actId="478"/>
          <ac:grpSpMkLst>
            <pc:docMk/>
            <pc:sldMk cId="3225696804" sldId="258"/>
            <ac:grpSpMk id="13" creationId="{C87E1E67-9795-E676-3091-48041A381E29}"/>
          </ac:grpSpMkLst>
        </pc:grpChg>
        <pc:picChg chg="del topLvl">
          <ac:chgData name="Avital Skop" userId="932fea03-23b3-43e3-bef8-ff6b9881c608" providerId="ADAL" clId="{B2908CEE-9237-4D68-BD34-FB1BF8116763}" dt="2026-06-29T13:00:07.551" v="48" actId="478"/>
          <ac:picMkLst>
            <pc:docMk/>
            <pc:sldMk cId="3225696804" sldId="258"/>
            <ac:picMk id="10" creationId="{30D9BF31-A51F-C761-85DC-B773E6388F1D}"/>
          </ac:picMkLst>
        </pc:picChg>
        <pc:picChg chg="del topLvl">
          <ac:chgData name="Avital Skop" userId="932fea03-23b3-43e3-bef8-ff6b9881c608" providerId="ADAL" clId="{B2908CEE-9237-4D68-BD34-FB1BF8116763}" dt="2026-06-29T13:00:10.154" v="52" actId="478"/>
          <ac:picMkLst>
            <pc:docMk/>
            <pc:sldMk cId="3225696804" sldId="258"/>
            <ac:picMk id="12" creationId="{63E4A0E9-C132-70C4-6F10-DA9E739831F7}"/>
          </ac:picMkLst>
        </pc:picChg>
      </pc:sldChg>
      <pc:sldChg chg="modSp add mod setBg">
        <pc:chgData name="Avital Skop" userId="932fea03-23b3-43e3-bef8-ff6b9881c608" providerId="ADAL" clId="{B2908CEE-9237-4D68-BD34-FB1BF8116763}" dt="2026-06-29T13:31:39.381" v="508" actId="1076"/>
        <pc:sldMkLst>
          <pc:docMk/>
          <pc:sldMk cId="73991835" sldId="259"/>
        </pc:sldMkLst>
        <pc:spChg chg="mod">
          <ac:chgData name="Avital Skop" userId="932fea03-23b3-43e3-bef8-ff6b9881c608" providerId="ADAL" clId="{B2908CEE-9237-4D68-BD34-FB1BF8116763}" dt="2026-06-29T13:04:52.073" v="95"/>
          <ac:spMkLst>
            <pc:docMk/>
            <pc:sldMk cId="73991835" sldId="259"/>
            <ac:spMk id="2" creationId="{D0EE9BA4-E861-F844-97D0-DF2114C0A3FE}"/>
          </ac:spMkLst>
        </pc:spChg>
        <pc:spChg chg="mod">
          <ac:chgData name="Avital Skop" userId="932fea03-23b3-43e3-bef8-ff6b9881c608" providerId="ADAL" clId="{B2908CEE-9237-4D68-BD34-FB1BF8116763}" dt="2026-06-29T13:30:55.543" v="499" actId="1076"/>
          <ac:spMkLst>
            <pc:docMk/>
            <pc:sldMk cId="73991835" sldId="259"/>
            <ac:spMk id="3" creationId="{09273810-20AC-23A0-1EF9-174B754E37A9}"/>
          </ac:spMkLst>
        </pc:spChg>
        <pc:spChg chg="mod">
          <ac:chgData name="Avital Skop" userId="932fea03-23b3-43e3-bef8-ff6b9881c608" providerId="ADAL" clId="{B2908CEE-9237-4D68-BD34-FB1BF8116763}" dt="2026-06-29T13:05:39.162" v="112" actId="207"/>
          <ac:spMkLst>
            <pc:docMk/>
            <pc:sldMk cId="73991835" sldId="259"/>
            <ac:spMk id="5" creationId="{C1DF0BBB-37C6-4031-C953-DC4BF9B4F02D}"/>
          </ac:spMkLst>
        </pc:spChg>
        <pc:spChg chg="mod">
          <ac:chgData name="Avital Skop" userId="932fea03-23b3-43e3-bef8-ff6b9881c608" providerId="ADAL" clId="{B2908CEE-9237-4D68-BD34-FB1BF8116763}" dt="2026-06-29T13:19:10.061" v="396"/>
          <ac:spMkLst>
            <pc:docMk/>
            <pc:sldMk cId="73991835" sldId="259"/>
            <ac:spMk id="6" creationId="{01B14A80-76CD-9530-50B5-038BAC159F18}"/>
          </ac:spMkLst>
        </pc:spChg>
        <pc:spChg chg="mod">
          <ac:chgData name="Avital Skop" userId="932fea03-23b3-43e3-bef8-ff6b9881c608" providerId="ADAL" clId="{B2908CEE-9237-4D68-BD34-FB1BF8116763}" dt="2026-06-29T13:19:10.061" v="396"/>
          <ac:spMkLst>
            <pc:docMk/>
            <pc:sldMk cId="73991835" sldId="259"/>
            <ac:spMk id="7" creationId="{6F6E7966-1342-EC00-A5E9-1B3D426EB640}"/>
          </ac:spMkLst>
        </pc:spChg>
        <pc:spChg chg="mod">
          <ac:chgData name="Avital Skop" userId="932fea03-23b3-43e3-bef8-ff6b9881c608" providerId="ADAL" clId="{B2908CEE-9237-4D68-BD34-FB1BF8116763}" dt="2026-06-29T13:31:30.950" v="505" actId="1076"/>
          <ac:spMkLst>
            <pc:docMk/>
            <pc:sldMk cId="73991835" sldId="259"/>
            <ac:spMk id="8" creationId="{140C878A-05EC-1096-7BEC-DFA10EB84F11}"/>
          </ac:spMkLst>
        </pc:spChg>
        <pc:spChg chg="mod">
          <ac:chgData name="Avital Skop" userId="932fea03-23b3-43e3-bef8-ff6b9881c608" providerId="ADAL" clId="{B2908CEE-9237-4D68-BD34-FB1BF8116763}" dt="2026-06-29T13:31:33.917" v="506" actId="1076"/>
          <ac:spMkLst>
            <pc:docMk/>
            <pc:sldMk cId="73991835" sldId="259"/>
            <ac:spMk id="9" creationId="{22CC1D74-A404-8252-D44A-11351515DD61}"/>
          </ac:spMkLst>
        </pc:spChg>
        <pc:spChg chg="mod">
          <ac:chgData name="Avital Skop" userId="932fea03-23b3-43e3-bef8-ff6b9881c608" providerId="ADAL" clId="{B2908CEE-9237-4D68-BD34-FB1BF8116763}" dt="2026-06-29T13:31:35.649" v="507" actId="1076"/>
          <ac:spMkLst>
            <pc:docMk/>
            <pc:sldMk cId="73991835" sldId="259"/>
            <ac:spMk id="10" creationId="{321946F7-D8ED-92D8-1230-DF3105A2C875}"/>
          </ac:spMkLst>
        </pc:spChg>
        <pc:spChg chg="mod">
          <ac:chgData name="Avital Skop" userId="932fea03-23b3-43e3-bef8-ff6b9881c608" providerId="ADAL" clId="{B2908CEE-9237-4D68-BD34-FB1BF8116763}" dt="2026-06-29T13:31:39.381" v="508" actId="1076"/>
          <ac:spMkLst>
            <pc:docMk/>
            <pc:sldMk cId="73991835" sldId="259"/>
            <ac:spMk id="11" creationId="{1667A51A-3AF8-EF6E-7421-66399CAC9169}"/>
          </ac:spMkLst>
        </pc:spChg>
        <pc:spChg chg="mod">
          <ac:chgData name="Avital Skop" userId="932fea03-23b3-43e3-bef8-ff6b9881c608" providerId="ADAL" clId="{B2908CEE-9237-4D68-BD34-FB1BF8116763}" dt="2026-06-29T13:30:32.325" v="488"/>
          <ac:spMkLst>
            <pc:docMk/>
            <pc:sldMk cId="73991835" sldId="259"/>
            <ac:spMk id="12" creationId="{94461C90-D5CB-1658-2E93-F39E8202C371}"/>
          </ac:spMkLst>
        </pc:spChg>
        <pc:spChg chg="mod">
          <ac:chgData name="Avital Skop" userId="932fea03-23b3-43e3-bef8-ff6b9881c608" providerId="ADAL" clId="{B2908CEE-9237-4D68-BD34-FB1BF8116763}" dt="2026-06-29T13:19:10.061" v="396"/>
          <ac:spMkLst>
            <pc:docMk/>
            <pc:sldMk cId="73991835" sldId="259"/>
            <ac:spMk id="22" creationId="{07ACD8DB-7B3C-F506-1B61-EA87B59DCF5A}"/>
          </ac:spMkLst>
        </pc:spChg>
        <pc:spChg chg="mod">
          <ac:chgData name="Avital Skop" userId="932fea03-23b3-43e3-bef8-ff6b9881c608" providerId="ADAL" clId="{B2908CEE-9237-4D68-BD34-FB1BF8116763}" dt="2026-06-29T13:19:10.061" v="396"/>
          <ac:spMkLst>
            <pc:docMk/>
            <pc:sldMk cId="73991835" sldId="259"/>
            <ac:spMk id="23" creationId="{B8258BD4-7430-9EFC-57F6-4BB1D43DC964}"/>
          </ac:spMkLst>
        </pc:spChg>
        <pc:spChg chg="mod">
          <ac:chgData name="Avital Skop" userId="932fea03-23b3-43e3-bef8-ff6b9881c608" providerId="ADAL" clId="{B2908CEE-9237-4D68-BD34-FB1BF8116763}" dt="2026-06-29T13:19:10.061" v="396"/>
          <ac:spMkLst>
            <pc:docMk/>
            <pc:sldMk cId="73991835" sldId="259"/>
            <ac:spMk id="24" creationId="{20925DC3-860C-CE20-0BA5-C89ECF8D4A21}"/>
          </ac:spMkLst>
        </pc:spChg>
        <pc:spChg chg="mod">
          <ac:chgData name="Avital Skop" userId="932fea03-23b3-43e3-bef8-ff6b9881c608" providerId="ADAL" clId="{B2908CEE-9237-4D68-BD34-FB1BF8116763}" dt="2026-06-29T13:30:38.685" v="493" actId="20577"/>
          <ac:spMkLst>
            <pc:docMk/>
            <pc:sldMk cId="73991835" sldId="259"/>
            <ac:spMk id="25" creationId="{031B489B-6D8B-663E-170C-93120FE5089C}"/>
          </ac:spMkLst>
        </pc:spChg>
        <pc:spChg chg="mod">
          <ac:chgData name="Avital Skop" userId="932fea03-23b3-43e3-bef8-ff6b9881c608" providerId="ADAL" clId="{B2908CEE-9237-4D68-BD34-FB1BF8116763}" dt="2026-06-29T13:19:10.061" v="396"/>
          <ac:spMkLst>
            <pc:docMk/>
            <pc:sldMk cId="73991835" sldId="259"/>
            <ac:spMk id="32" creationId="{4BCEBB1C-E764-47B0-A54C-7EE55271E91A}"/>
          </ac:spMkLst>
        </pc:spChg>
        <pc:grpChg chg="mod">
          <ac:chgData name="Avital Skop" userId="932fea03-23b3-43e3-bef8-ff6b9881c608" providerId="ADAL" clId="{B2908CEE-9237-4D68-BD34-FB1BF8116763}" dt="2026-06-29T13:30:53.616" v="498" actId="1076"/>
          <ac:grpSpMkLst>
            <pc:docMk/>
            <pc:sldMk cId="73991835" sldId="259"/>
            <ac:grpSpMk id="14" creationId="{2B9A9E0A-7908-C759-546B-593C0A77F59B}"/>
          </ac:grpSpMkLst>
        </pc:grpChg>
        <pc:grpChg chg="mod">
          <ac:chgData name="Avital Skop" userId="932fea03-23b3-43e3-bef8-ff6b9881c608" providerId="ADAL" clId="{B2908CEE-9237-4D68-BD34-FB1BF8116763}" dt="2026-06-29T13:30:41.845" v="494" actId="1076"/>
          <ac:grpSpMkLst>
            <pc:docMk/>
            <pc:sldMk cId="73991835" sldId="259"/>
            <ac:grpSpMk id="15" creationId="{9A8DAC0A-45B8-54EC-6D65-1008B5857AF9}"/>
          </ac:grpSpMkLst>
        </pc:grpChg>
        <pc:grpChg chg="mod">
          <ac:chgData name="Avital Skop" userId="932fea03-23b3-43e3-bef8-ff6b9881c608" providerId="ADAL" clId="{B2908CEE-9237-4D68-BD34-FB1BF8116763}" dt="2026-06-29T13:30:44.682" v="496" actId="14100"/>
          <ac:grpSpMkLst>
            <pc:docMk/>
            <pc:sldMk cId="73991835" sldId="259"/>
            <ac:grpSpMk id="16" creationId="{352AD22C-E250-1DEF-D9E6-30C09A2EF6C5}"/>
          </ac:grpSpMkLst>
        </pc:grpChg>
        <pc:cxnChg chg="mod">
          <ac:chgData name="Avital Skop" userId="932fea03-23b3-43e3-bef8-ff6b9881c608" providerId="ADAL" clId="{B2908CEE-9237-4D68-BD34-FB1BF8116763}" dt="2026-06-29T13:30:48.339" v="497" actId="1076"/>
          <ac:cxnSpMkLst>
            <pc:docMk/>
            <pc:sldMk cId="73991835" sldId="259"/>
            <ac:cxnSpMk id="37" creationId="{2502514E-F486-2AA9-A566-22161548A5D5}"/>
          </ac:cxnSpMkLst>
        </pc:cxnChg>
      </pc:sldChg>
      <pc:sldChg chg="addSp delSp modSp mod ord">
        <pc:chgData name="Avital Skop" userId="932fea03-23b3-43e3-bef8-ff6b9881c608" providerId="ADAL" clId="{B2908CEE-9237-4D68-BD34-FB1BF8116763}" dt="2026-06-30T00:05:11.347" v="640"/>
        <pc:sldMkLst>
          <pc:docMk/>
          <pc:sldMk cId="2434413490" sldId="259"/>
        </pc:sldMkLst>
        <pc:spChg chg="mod">
          <ac:chgData name="Avital Skop" userId="932fea03-23b3-43e3-bef8-ff6b9881c608" providerId="ADAL" clId="{B2908CEE-9237-4D68-BD34-FB1BF8116763}" dt="2026-06-29T23:32:06.638" v="592" actId="403"/>
          <ac:spMkLst>
            <pc:docMk/>
            <pc:sldMk cId="2434413490" sldId="259"/>
            <ac:spMk id="3" creationId="{DFC47754-8FD3-9CC1-DB59-117CACFFFAB5}"/>
          </ac:spMkLst>
        </pc:spChg>
        <pc:spChg chg="mod">
          <ac:chgData name="Avital Skop" userId="932fea03-23b3-43e3-bef8-ff6b9881c608" providerId="ADAL" clId="{B2908CEE-9237-4D68-BD34-FB1BF8116763}" dt="2026-06-29T23:32:23.672" v="598" actId="113"/>
          <ac:spMkLst>
            <pc:docMk/>
            <pc:sldMk cId="2434413490" sldId="259"/>
            <ac:spMk id="19" creationId="{E3F3430E-A20A-A48E-3E4D-62D8CDC13F86}"/>
          </ac:spMkLst>
        </pc:spChg>
        <pc:spChg chg="mod">
          <ac:chgData name="Avital Skop" userId="932fea03-23b3-43e3-bef8-ff6b9881c608" providerId="ADAL" clId="{B2908CEE-9237-4D68-BD34-FB1BF8116763}" dt="2026-06-29T23:32:21.583" v="597" actId="113"/>
          <ac:spMkLst>
            <pc:docMk/>
            <pc:sldMk cId="2434413490" sldId="259"/>
            <ac:spMk id="25" creationId="{8E89B227-F4FB-5767-3B62-F139D17A294E}"/>
          </ac:spMkLst>
        </pc:spChg>
        <pc:spChg chg="mod">
          <ac:chgData name="Avital Skop" userId="932fea03-23b3-43e3-bef8-ff6b9881c608" providerId="ADAL" clId="{B2908CEE-9237-4D68-BD34-FB1BF8116763}" dt="2026-06-29T23:32:11.318" v="594" actId="113"/>
          <ac:spMkLst>
            <pc:docMk/>
            <pc:sldMk cId="2434413490" sldId="259"/>
            <ac:spMk id="35" creationId="{4BE71C29-BCD2-5C36-F50F-7D688C73E1A8}"/>
          </ac:spMkLst>
        </pc:spChg>
        <pc:spChg chg="mod">
          <ac:chgData name="Avital Skop" userId="932fea03-23b3-43e3-bef8-ff6b9881c608" providerId="ADAL" clId="{B2908CEE-9237-4D68-BD34-FB1BF8116763}" dt="2026-06-29T23:32:19.101" v="596" actId="1076"/>
          <ac:spMkLst>
            <pc:docMk/>
            <pc:sldMk cId="2434413490" sldId="259"/>
            <ac:spMk id="37" creationId="{B5E7C019-E16A-0B79-5A72-A5E4D6707559}"/>
          </ac:spMkLst>
        </pc:spChg>
        <pc:picChg chg="del">
          <ac:chgData name="Avital Skop" userId="932fea03-23b3-43e3-bef8-ff6b9881c608" providerId="ADAL" clId="{B2908CEE-9237-4D68-BD34-FB1BF8116763}" dt="2026-06-29T23:41:58.538" v="631" actId="478"/>
          <ac:picMkLst>
            <pc:docMk/>
            <pc:sldMk cId="2434413490" sldId="259"/>
            <ac:picMk id="11" creationId="{A45315A9-CDF6-4E82-C82F-FFDF944056CC}"/>
          </ac:picMkLst>
        </pc:picChg>
        <pc:picChg chg="del mod">
          <ac:chgData name="Avital Skop" userId="932fea03-23b3-43e3-bef8-ff6b9881c608" providerId="ADAL" clId="{B2908CEE-9237-4D68-BD34-FB1BF8116763}" dt="2026-06-29T23:41:58.153" v="630" actId="478"/>
          <ac:picMkLst>
            <pc:docMk/>
            <pc:sldMk cId="2434413490" sldId="259"/>
            <ac:picMk id="23" creationId="{3BB9792F-D0B4-40BF-CD80-3933BA05E6E2}"/>
          </ac:picMkLst>
        </pc:picChg>
        <pc:picChg chg="del mod">
          <ac:chgData name="Avital Skop" userId="932fea03-23b3-43e3-bef8-ff6b9881c608" providerId="ADAL" clId="{B2908CEE-9237-4D68-BD34-FB1BF8116763}" dt="2026-06-29T23:41:57.750" v="629" actId="478"/>
          <ac:picMkLst>
            <pc:docMk/>
            <pc:sldMk cId="2434413490" sldId="259"/>
            <ac:picMk id="38" creationId="{FEA965DB-8754-FE23-77F9-3EB11599A265}"/>
          </ac:picMkLst>
        </pc:picChg>
        <pc:picChg chg="del">
          <ac:chgData name="Avital Skop" userId="932fea03-23b3-43e3-bef8-ff6b9881c608" providerId="ADAL" clId="{B2908CEE-9237-4D68-BD34-FB1BF8116763}" dt="2026-06-29T23:41:59.080" v="632" actId="478"/>
          <ac:picMkLst>
            <pc:docMk/>
            <pc:sldMk cId="2434413490" sldId="259"/>
            <ac:picMk id="39" creationId="{70498439-124F-096F-A6C2-0ABEE122CDCD}"/>
          </ac:picMkLst>
        </pc:picChg>
        <pc:picChg chg="add del mod">
          <ac:chgData name="Avital Skop" userId="932fea03-23b3-43e3-bef8-ff6b9881c608" providerId="ADAL" clId="{B2908CEE-9237-4D68-BD34-FB1BF8116763}" dt="2026-06-29T23:31:59.214" v="584" actId="478"/>
          <ac:picMkLst>
            <pc:docMk/>
            <pc:sldMk cId="2434413490" sldId="259"/>
            <ac:picMk id="41" creationId="{1C9B4BD7-0036-DEB5-6F6F-ECBD64DC8C23}"/>
          </ac:picMkLst>
        </pc:picChg>
      </pc:sldChg>
      <pc:sldChg chg="add del">
        <pc:chgData name="Avital Skop" userId="932fea03-23b3-43e3-bef8-ff6b9881c608" providerId="ADAL" clId="{B2908CEE-9237-4D68-BD34-FB1BF8116763}" dt="2026-06-29T12:56:25.242" v="16" actId="47"/>
        <pc:sldMkLst>
          <pc:docMk/>
          <pc:sldMk cId="3244209037" sldId="259"/>
        </pc:sldMkLst>
      </pc:sldChg>
      <pc:sldChg chg="add del">
        <pc:chgData name="Avital Skop" userId="932fea03-23b3-43e3-bef8-ff6b9881c608" providerId="ADAL" clId="{B2908CEE-9237-4D68-BD34-FB1BF8116763}" dt="2026-06-29T12:56:25.394" v="17" actId="47"/>
        <pc:sldMkLst>
          <pc:docMk/>
          <pc:sldMk cId="3850537869" sldId="260"/>
        </pc:sldMkLst>
      </pc:sldChg>
      <pc:sldChg chg="add del">
        <pc:chgData name="Avital Skop" userId="932fea03-23b3-43e3-bef8-ff6b9881c608" providerId="ADAL" clId="{B2908CEE-9237-4D68-BD34-FB1BF8116763}" dt="2026-06-29T12:56:25.510" v="18" actId="47"/>
        <pc:sldMkLst>
          <pc:docMk/>
          <pc:sldMk cId="2670222677" sldId="261"/>
        </pc:sldMkLst>
      </pc:sldChg>
      <pc:sldChg chg="add del">
        <pc:chgData name="Avital Skop" userId="932fea03-23b3-43e3-bef8-ff6b9881c608" providerId="ADAL" clId="{B2908CEE-9237-4D68-BD34-FB1BF8116763}" dt="2026-06-29T12:56:25.646" v="19" actId="47"/>
        <pc:sldMkLst>
          <pc:docMk/>
          <pc:sldMk cId="2352990008" sldId="262"/>
        </pc:sldMkLst>
      </pc:sldChg>
      <pc:sldChg chg="add del">
        <pc:chgData name="Avital Skop" userId="932fea03-23b3-43e3-bef8-ff6b9881c608" providerId="ADAL" clId="{B2908CEE-9237-4D68-BD34-FB1BF8116763}" dt="2026-06-29T12:56:25.801" v="20" actId="47"/>
        <pc:sldMkLst>
          <pc:docMk/>
          <pc:sldMk cId="1396073008" sldId="263"/>
        </pc:sldMkLst>
      </pc:sldChg>
      <pc:sldChg chg="addSp delSp modSp add del mod setBg">
        <pc:chgData name="Avital Skop" userId="932fea03-23b3-43e3-bef8-ff6b9881c608" providerId="ADAL" clId="{B2908CEE-9237-4D68-BD34-FB1BF8116763}" dt="2026-06-29T13:07:47.252" v="157" actId="47"/>
        <pc:sldMkLst>
          <pc:docMk/>
          <pc:sldMk cId="2228546822" sldId="263"/>
        </pc:sldMkLst>
        <pc:spChg chg="add del">
          <ac:chgData name="Avital Skop" userId="932fea03-23b3-43e3-bef8-ff6b9881c608" providerId="ADAL" clId="{B2908CEE-9237-4D68-BD34-FB1BF8116763}" dt="2026-06-29T13:02:45.702" v="83" actId="478"/>
          <ac:spMkLst>
            <pc:docMk/>
            <pc:sldMk cId="2228546822" sldId="263"/>
            <ac:spMk id="2" creationId="{831DD6AB-CAC0-D164-5097-3BDD02C9D617}"/>
          </ac:spMkLst>
        </pc:spChg>
        <pc:spChg chg="mod">
          <ac:chgData name="Avital Skop" userId="932fea03-23b3-43e3-bef8-ff6b9881c608" providerId="ADAL" clId="{B2908CEE-9237-4D68-BD34-FB1BF8116763}" dt="2026-06-29T13:01:02.537" v="70" actId="20577"/>
          <ac:spMkLst>
            <pc:docMk/>
            <pc:sldMk cId="2228546822" sldId="263"/>
            <ac:spMk id="3" creationId="{5476D2C4-584C-D581-C354-009FD15DB8F9}"/>
          </ac:spMkLst>
        </pc:spChg>
        <pc:spChg chg="del mod">
          <ac:chgData name="Avital Skop" userId="932fea03-23b3-43e3-bef8-ff6b9881c608" providerId="ADAL" clId="{B2908CEE-9237-4D68-BD34-FB1BF8116763}" dt="2026-06-29T13:02:55.779" v="87" actId="478"/>
          <ac:spMkLst>
            <pc:docMk/>
            <pc:sldMk cId="2228546822" sldId="263"/>
            <ac:spMk id="4" creationId="{D746786E-9EE2-EFAD-C673-517D41809355}"/>
          </ac:spMkLst>
        </pc:spChg>
        <pc:spChg chg="del">
          <ac:chgData name="Avital Skop" userId="932fea03-23b3-43e3-bef8-ff6b9881c608" providerId="ADAL" clId="{B2908CEE-9237-4D68-BD34-FB1BF8116763}" dt="2026-06-29T13:01:00.177" v="68" actId="478"/>
          <ac:spMkLst>
            <pc:docMk/>
            <pc:sldMk cId="2228546822" sldId="263"/>
            <ac:spMk id="5" creationId="{C3222FA5-A581-8C08-7370-B4A35A7B034B}"/>
          </ac:spMkLst>
        </pc:spChg>
        <pc:spChg chg="del">
          <ac:chgData name="Avital Skop" userId="932fea03-23b3-43e3-bef8-ff6b9881c608" providerId="ADAL" clId="{B2908CEE-9237-4D68-BD34-FB1BF8116763}" dt="2026-06-29T13:02:50.003" v="85" actId="478"/>
          <ac:spMkLst>
            <pc:docMk/>
            <pc:sldMk cId="2228546822" sldId="263"/>
            <ac:spMk id="7" creationId="{0E8A8151-CED0-362D-A7FB-3B15665E8A90}"/>
          </ac:spMkLst>
        </pc:spChg>
        <pc:spChg chg="add mod">
          <ac:chgData name="Avital Skop" userId="932fea03-23b3-43e3-bef8-ff6b9881c608" providerId="ADAL" clId="{B2908CEE-9237-4D68-BD34-FB1BF8116763}" dt="2026-06-29T13:06:28.945" v="141" actId="20577"/>
          <ac:spMkLst>
            <pc:docMk/>
            <pc:sldMk cId="2228546822" sldId="263"/>
            <ac:spMk id="12" creationId="{9BB11863-06C6-7154-336E-B5B60F55049D}"/>
          </ac:spMkLst>
        </pc:spChg>
        <pc:spChg chg="add del mod">
          <ac:chgData name="Avital Skop" userId="932fea03-23b3-43e3-bef8-ff6b9881c608" providerId="ADAL" clId="{B2908CEE-9237-4D68-BD34-FB1BF8116763}" dt="2026-06-29T13:07:12.294" v="150"/>
          <ac:spMkLst>
            <pc:docMk/>
            <pc:sldMk cId="2228546822" sldId="263"/>
            <ac:spMk id="20" creationId="{E22C9D0F-3AB5-FF7C-755B-B8845364084D}"/>
          </ac:spMkLst>
        </pc:spChg>
        <pc:spChg chg="mod">
          <ac:chgData name="Avital Skop" userId="932fea03-23b3-43e3-bef8-ff6b9881c608" providerId="ADAL" clId="{B2908CEE-9237-4D68-BD34-FB1BF8116763}" dt="2026-06-29T13:07:22.753" v="153" actId="1076"/>
          <ac:spMkLst>
            <pc:docMk/>
            <pc:sldMk cId="2228546822" sldId="263"/>
            <ac:spMk id="23" creationId="{A21284FB-09F2-6962-8B6F-913697819A8B}"/>
          </ac:spMkLst>
        </pc:spChg>
        <pc:grpChg chg="del">
          <ac:chgData name="Avital Skop" userId="932fea03-23b3-43e3-bef8-ff6b9881c608" providerId="ADAL" clId="{B2908CEE-9237-4D68-BD34-FB1BF8116763}" dt="2026-06-29T13:02:47.998" v="84" actId="478"/>
          <ac:grpSpMkLst>
            <pc:docMk/>
            <pc:sldMk cId="2228546822" sldId="263"/>
            <ac:grpSpMk id="8" creationId="{CC9776EB-855B-824E-DE8D-5338647D3942}"/>
          </ac:grpSpMkLst>
        </pc:grpChg>
      </pc:sldChg>
      <pc:sldChg chg="add del">
        <pc:chgData name="Avital Skop" userId="932fea03-23b3-43e3-bef8-ff6b9881c608" providerId="ADAL" clId="{B2908CEE-9237-4D68-BD34-FB1BF8116763}" dt="2026-06-29T12:56:25.971" v="21" actId="47"/>
        <pc:sldMkLst>
          <pc:docMk/>
          <pc:sldMk cId="1233588359" sldId="264"/>
        </pc:sldMkLst>
      </pc:sldChg>
      <pc:sldChg chg="addSp delSp modSp add mod ord setBg">
        <pc:chgData name="Avital Skop" userId="932fea03-23b3-43e3-bef8-ff6b9881c608" providerId="ADAL" clId="{B2908CEE-9237-4D68-BD34-FB1BF8116763}" dt="2026-06-29T13:29:53.985" v="487" actId="14100"/>
        <pc:sldMkLst>
          <pc:docMk/>
          <pc:sldMk cId="3980931279" sldId="264"/>
        </pc:sldMkLst>
        <pc:spChg chg="mod">
          <ac:chgData name="Avital Skop" userId="932fea03-23b3-43e3-bef8-ff6b9881c608" providerId="ADAL" clId="{B2908CEE-9237-4D68-BD34-FB1BF8116763}" dt="2026-06-29T13:07:35.729" v="154"/>
          <ac:spMkLst>
            <pc:docMk/>
            <pc:sldMk cId="3980931279" sldId="264"/>
            <ac:spMk id="2" creationId="{873DA459-AD38-8C48-77FE-0EB9082ACAC7}"/>
          </ac:spMkLst>
        </pc:spChg>
        <pc:spChg chg="mod">
          <ac:chgData name="Avital Skop" userId="932fea03-23b3-43e3-bef8-ff6b9881c608" providerId="ADAL" clId="{B2908CEE-9237-4D68-BD34-FB1BF8116763}" dt="2026-06-29T13:28:43.673" v="466" actId="14100"/>
          <ac:spMkLst>
            <pc:docMk/>
            <pc:sldMk cId="3980931279" sldId="264"/>
            <ac:spMk id="3" creationId="{0B75BB79-6A65-EEF5-0BEF-984AC274ADB8}"/>
          </ac:spMkLst>
        </pc:spChg>
        <pc:spChg chg="del topLvl">
          <ac:chgData name="Avital Skop" userId="932fea03-23b3-43e3-bef8-ff6b9881c608" providerId="ADAL" clId="{B2908CEE-9237-4D68-BD34-FB1BF8116763}" dt="2026-06-29T13:18:06.839" v="390" actId="478"/>
          <ac:spMkLst>
            <pc:docMk/>
            <pc:sldMk cId="3980931279" sldId="264"/>
            <ac:spMk id="4" creationId="{669C6DA3-13C1-A14A-4D25-E3CFBF26E010}"/>
          </ac:spMkLst>
        </pc:spChg>
        <pc:spChg chg="mod">
          <ac:chgData name="Avital Skop" userId="932fea03-23b3-43e3-bef8-ff6b9881c608" providerId="ADAL" clId="{B2908CEE-9237-4D68-BD34-FB1BF8116763}" dt="2026-06-29T13:28:36.971" v="464"/>
          <ac:spMkLst>
            <pc:docMk/>
            <pc:sldMk cId="3980931279" sldId="264"/>
            <ac:spMk id="7" creationId="{BDA5DD75-7D89-6055-E905-F559442D51A7}"/>
          </ac:spMkLst>
        </pc:spChg>
        <pc:spChg chg="mod">
          <ac:chgData name="Avital Skop" userId="932fea03-23b3-43e3-bef8-ff6b9881c608" providerId="ADAL" clId="{B2908CEE-9237-4D68-BD34-FB1BF8116763}" dt="2026-06-29T13:29:21.967" v="481" actId="207"/>
          <ac:spMkLst>
            <pc:docMk/>
            <pc:sldMk cId="3980931279" sldId="264"/>
            <ac:spMk id="8" creationId="{B2172D1F-1314-A0DB-A7B6-801D3FEA7FF0}"/>
          </ac:spMkLst>
        </pc:spChg>
        <pc:spChg chg="del topLvl">
          <ac:chgData name="Avital Skop" userId="932fea03-23b3-43e3-bef8-ff6b9881c608" providerId="ADAL" clId="{B2908CEE-9237-4D68-BD34-FB1BF8116763}" dt="2026-06-29T13:18:09.226" v="391" actId="478"/>
          <ac:spMkLst>
            <pc:docMk/>
            <pc:sldMk cId="3980931279" sldId="264"/>
            <ac:spMk id="10" creationId="{03277394-5739-62EB-A420-73F0256C232F}"/>
          </ac:spMkLst>
        </pc:spChg>
        <pc:spChg chg="mod">
          <ac:chgData name="Avital Skop" userId="932fea03-23b3-43e3-bef8-ff6b9881c608" providerId="ADAL" clId="{B2908CEE-9237-4D68-BD34-FB1BF8116763}" dt="2026-06-29T13:29:44.653" v="483"/>
          <ac:spMkLst>
            <pc:docMk/>
            <pc:sldMk cId="3980931279" sldId="264"/>
            <ac:spMk id="14" creationId="{F75DF652-86DC-27CD-C38A-9992036CD6BC}"/>
          </ac:spMkLst>
        </pc:spChg>
        <pc:spChg chg="add mod">
          <ac:chgData name="Avital Skop" userId="932fea03-23b3-43e3-bef8-ff6b9881c608" providerId="ADAL" clId="{B2908CEE-9237-4D68-BD34-FB1BF8116763}" dt="2026-06-29T13:29:53.985" v="487" actId="14100"/>
          <ac:spMkLst>
            <pc:docMk/>
            <pc:sldMk cId="3980931279" sldId="264"/>
            <ac:spMk id="24" creationId="{1B32AF9E-E6F6-B5B1-D234-54B06460FCA0}"/>
          </ac:spMkLst>
        </pc:spChg>
        <pc:grpChg chg="mod">
          <ac:chgData name="Avital Skop" userId="932fea03-23b3-43e3-bef8-ff6b9881c608" providerId="ADAL" clId="{B2908CEE-9237-4D68-BD34-FB1BF8116763}" dt="2026-06-29T13:29:24.568" v="482" actId="14100"/>
          <ac:grpSpMkLst>
            <pc:docMk/>
            <pc:sldMk cId="3980931279" sldId="264"/>
            <ac:grpSpMk id="9" creationId="{311E9CDC-D958-AB6E-D1A9-05EE7E098694}"/>
          </ac:grpSpMkLst>
        </pc:grpChg>
        <pc:grpChg chg="del">
          <ac:chgData name="Avital Skop" userId="932fea03-23b3-43e3-bef8-ff6b9881c608" providerId="ADAL" clId="{B2908CEE-9237-4D68-BD34-FB1BF8116763}" dt="2026-06-29T13:18:06.839" v="390" actId="478"/>
          <ac:grpSpMkLst>
            <pc:docMk/>
            <pc:sldMk cId="3980931279" sldId="264"/>
            <ac:grpSpMk id="11" creationId="{2ACEA39D-C51E-3014-DFD9-F40142F35305}"/>
          </ac:grpSpMkLst>
        </pc:grpChg>
        <pc:grpChg chg="del">
          <ac:chgData name="Avital Skop" userId="932fea03-23b3-43e3-bef8-ff6b9881c608" providerId="ADAL" clId="{B2908CEE-9237-4D68-BD34-FB1BF8116763}" dt="2026-06-29T13:21:52.049" v="427" actId="478"/>
          <ac:grpSpMkLst>
            <pc:docMk/>
            <pc:sldMk cId="3980931279" sldId="264"/>
            <ac:grpSpMk id="15" creationId="{B585EDB6-59FA-8C30-6BD3-AFD05DB939E4}"/>
          </ac:grpSpMkLst>
        </pc:grpChg>
        <pc:grpChg chg="mod">
          <ac:chgData name="Avital Skop" userId="932fea03-23b3-43e3-bef8-ff6b9881c608" providerId="ADAL" clId="{B2908CEE-9237-4D68-BD34-FB1BF8116763}" dt="2026-06-29T13:29:50.406" v="485" actId="14100"/>
          <ac:grpSpMkLst>
            <pc:docMk/>
            <pc:sldMk cId="3980931279" sldId="264"/>
            <ac:grpSpMk id="16" creationId="{FDD1DC87-6A68-9ADF-7702-AB1715A1CFC1}"/>
          </ac:grpSpMkLst>
        </pc:grpChg>
        <pc:grpChg chg="del">
          <ac:chgData name="Avital Skop" userId="932fea03-23b3-43e3-bef8-ff6b9881c608" providerId="ADAL" clId="{B2908CEE-9237-4D68-BD34-FB1BF8116763}" dt="2026-06-29T13:21:57.217" v="428" actId="478"/>
          <ac:grpSpMkLst>
            <pc:docMk/>
            <pc:sldMk cId="3980931279" sldId="264"/>
            <ac:grpSpMk id="17" creationId="{5845AE70-04B9-F1C7-E076-9C0BAC9DEC29}"/>
          </ac:grpSpMkLst>
        </pc:grpChg>
      </pc:sldChg>
      <pc:sldChg chg="addSp delSp modSp add mod setBg">
        <pc:chgData name="Avital Skop" userId="932fea03-23b3-43e3-bef8-ff6b9881c608" providerId="ADAL" clId="{B2908CEE-9237-4D68-BD34-FB1BF8116763}" dt="2026-06-29T21:50:47.690" v="580" actId="14734"/>
        <pc:sldMkLst>
          <pc:docMk/>
          <pc:sldMk cId="2644813894" sldId="265"/>
        </pc:sldMkLst>
        <pc:spChg chg="del topLvl">
          <ac:chgData name="Avital Skop" userId="932fea03-23b3-43e3-bef8-ff6b9881c608" providerId="ADAL" clId="{B2908CEE-9237-4D68-BD34-FB1BF8116763}" dt="2026-06-29T13:09:16.955" v="196" actId="478"/>
          <ac:spMkLst>
            <pc:docMk/>
            <pc:sldMk cId="2644813894" sldId="265"/>
            <ac:spMk id="2" creationId="{47174E86-7324-A9EB-6587-973892523C65}"/>
          </ac:spMkLst>
        </pc:spChg>
        <pc:spChg chg="del mod">
          <ac:chgData name="Avital Skop" userId="932fea03-23b3-43e3-bef8-ff6b9881c608" providerId="ADAL" clId="{B2908CEE-9237-4D68-BD34-FB1BF8116763}" dt="2026-06-29T13:33:37.940" v="545"/>
          <ac:spMkLst>
            <pc:docMk/>
            <pc:sldMk cId="2644813894" sldId="265"/>
            <ac:spMk id="3" creationId="{8979F191-0533-85F6-7464-A26EE5317B5A}"/>
          </ac:spMkLst>
        </pc:spChg>
        <pc:spChg chg="del topLvl">
          <ac:chgData name="Avital Skop" userId="932fea03-23b3-43e3-bef8-ff6b9881c608" providerId="ADAL" clId="{B2908CEE-9237-4D68-BD34-FB1BF8116763}" dt="2026-06-29T13:09:19.569" v="198" actId="478"/>
          <ac:spMkLst>
            <pc:docMk/>
            <pc:sldMk cId="2644813894" sldId="265"/>
            <ac:spMk id="4" creationId="{EDC012CE-DF14-3EA6-2609-72527021616D}"/>
          </ac:spMkLst>
        </pc:spChg>
        <pc:spChg chg="del topLvl">
          <ac:chgData name="Avital Skop" userId="932fea03-23b3-43e3-bef8-ff6b9881c608" providerId="ADAL" clId="{B2908CEE-9237-4D68-BD34-FB1BF8116763}" dt="2026-06-29T13:09:18.433" v="197" actId="478"/>
          <ac:spMkLst>
            <pc:docMk/>
            <pc:sldMk cId="2644813894" sldId="265"/>
            <ac:spMk id="5" creationId="{80B1F703-EA65-5876-5FAA-E0345D194C05}"/>
          </ac:spMkLst>
        </pc:spChg>
        <pc:spChg chg="del topLvl">
          <ac:chgData name="Avital Skop" userId="932fea03-23b3-43e3-bef8-ff6b9881c608" providerId="ADAL" clId="{B2908CEE-9237-4D68-BD34-FB1BF8116763}" dt="2026-06-29T13:09:21.047" v="199" actId="478"/>
          <ac:spMkLst>
            <pc:docMk/>
            <pc:sldMk cId="2644813894" sldId="265"/>
            <ac:spMk id="7" creationId="{7D6B8CEA-405C-8300-CE2F-230DBC2F9C76}"/>
          </ac:spMkLst>
        </pc:spChg>
        <pc:spChg chg="add mod">
          <ac:chgData name="Avital Skop" userId="932fea03-23b3-43e3-bef8-ff6b9881c608" providerId="ADAL" clId="{B2908CEE-9237-4D68-BD34-FB1BF8116763}" dt="2026-06-29T13:32:59.953" v="529" actId="14100"/>
          <ac:spMkLst>
            <pc:docMk/>
            <pc:sldMk cId="2644813894" sldId="265"/>
            <ac:spMk id="10" creationId="{E272C368-490D-9A78-85FC-0ADEB2C434F7}"/>
          </ac:spMkLst>
        </pc:spChg>
        <pc:spChg chg="add del mod">
          <ac:chgData name="Avital Skop" userId="932fea03-23b3-43e3-bef8-ff6b9881c608" providerId="ADAL" clId="{B2908CEE-9237-4D68-BD34-FB1BF8116763}" dt="2026-06-29T13:33:37.943" v="547"/>
          <ac:spMkLst>
            <pc:docMk/>
            <pc:sldMk cId="2644813894" sldId="265"/>
            <ac:spMk id="12" creationId="{11F80651-C220-0B19-23E7-09BF7679BD77}"/>
          </ac:spMkLst>
        </pc:spChg>
        <pc:spChg chg="add mod">
          <ac:chgData name="Avital Skop" userId="932fea03-23b3-43e3-bef8-ff6b9881c608" providerId="ADAL" clId="{B2908CEE-9237-4D68-BD34-FB1BF8116763}" dt="2026-06-29T13:33:05.057" v="530" actId="1076"/>
          <ac:spMkLst>
            <pc:docMk/>
            <pc:sldMk cId="2644813894" sldId="265"/>
            <ac:spMk id="14" creationId="{D27D8745-AAC6-EA5B-3904-B258CB024658}"/>
          </ac:spMkLst>
        </pc:spChg>
        <pc:spChg chg="add del mod">
          <ac:chgData name="Avital Skop" userId="932fea03-23b3-43e3-bef8-ff6b9881c608" providerId="ADAL" clId="{B2908CEE-9237-4D68-BD34-FB1BF8116763}" dt="2026-06-29T13:32:27.488" v="514" actId="478"/>
          <ac:spMkLst>
            <pc:docMk/>
            <pc:sldMk cId="2644813894" sldId="265"/>
            <ac:spMk id="16" creationId="{6B341850-D438-BF71-11AA-1924668C4F55}"/>
          </ac:spMkLst>
        </pc:spChg>
        <pc:grpChg chg="del mod">
          <ac:chgData name="Avital Skop" userId="932fea03-23b3-43e3-bef8-ff6b9881c608" providerId="ADAL" clId="{B2908CEE-9237-4D68-BD34-FB1BF8116763}" dt="2026-06-29T13:09:16.955" v="196" actId="478"/>
          <ac:grpSpMkLst>
            <pc:docMk/>
            <pc:sldMk cId="2644813894" sldId="265"/>
            <ac:grpSpMk id="6" creationId="{076DF8F0-F746-0C33-B98D-A5E9AE0E6049}"/>
          </ac:grpSpMkLst>
        </pc:grpChg>
        <pc:grpChg chg="del mod">
          <ac:chgData name="Avital Skop" userId="932fea03-23b3-43e3-bef8-ff6b9881c608" providerId="ADAL" clId="{B2908CEE-9237-4D68-BD34-FB1BF8116763}" dt="2026-06-29T13:09:19.569" v="198" actId="478"/>
          <ac:grpSpMkLst>
            <pc:docMk/>
            <pc:sldMk cId="2644813894" sldId="265"/>
            <ac:grpSpMk id="8" creationId="{F7BC04AE-F493-A231-8E19-3C2CEEEEA70E}"/>
          </ac:grpSpMkLst>
        </pc:grpChg>
        <pc:graphicFrameChg chg="add del">
          <ac:chgData name="Avital Skop" userId="932fea03-23b3-43e3-bef8-ff6b9881c608" providerId="ADAL" clId="{B2908CEE-9237-4D68-BD34-FB1BF8116763}" dt="2026-06-29T13:32:02.901" v="510" actId="3680"/>
          <ac:graphicFrameMkLst>
            <pc:docMk/>
            <pc:sldMk cId="2644813894" sldId="265"/>
            <ac:graphicFrameMk id="17" creationId="{0F2AD53D-0792-7F71-6FC7-71E00E859CE7}"/>
          </ac:graphicFrameMkLst>
        </pc:graphicFrameChg>
        <pc:graphicFrameChg chg="add mod modGraphic">
          <ac:chgData name="Avital Skop" userId="932fea03-23b3-43e3-bef8-ff6b9881c608" providerId="ADAL" clId="{B2908CEE-9237-4D68-BD34-FB1BF8116763}" dt="2026-06-29T21:50:47.690" v="580" actId="14734"/>
          <ac:graphicFrameMkLst>
            <pc:docMk/>
            <pc:sldMk cId="2644813894" sldId="265"/>
            <ac:graphicFrameMk id="18" creationId="{6B1C3726-6A10-B144-C881-23FEC47ED367}"/>
          </ac:graphicFrameMkLst>
        </pc:graphicFrameChg>
      </pc:sldChg>
      <pc:sldChg chg="add del">
        <pc:chgData name="Avital Skop" userId="932fea03-23b3-43e3-bef8-ff6b9881c608" providerId="ADAL" clId="{B2908CEE-9237-4D68-BD34-FB1BF8116763}" dt="2026-06-29T12:56:26.117" v="22" actId="47"/>
        <pc:sldMkLst>
          <pc:docMk/>
          <pc:sldMk cId="3130312456" sldId="265"/>
        </pc:sldMkLst>
      </pc:sldChg>
      <pc:sldChg chg="addSp delSp modSp add mod setBg">
        <pc:chgData name="Avital Skop" userId="932fea03-23b3-43e3-bef8-ff6b9881c608" providerId="ADAL" clId="{B2908CEE-9237-4D68-BD34-FB1BF8116763}" dt="2026-06-29T13:33:54.498" v="550" actId="14100"/>
        <pc:sldMkLst>
          <pc:docMk/>
          <pc:sldMk cId="1588794101" sldId="266"/>
        </pc:sldMkLst>
        <pc:spChg chg="mod">
          <ac:chgData name="Avital Skop" userId="932fea03-23b3-43e3-bef8-ff6b9881c608" providerId="ADAL" clId="{B2908CEE-9237-4D68-BD34-FB1BF8116763}" dt="2026-06-29T13:11:20.375" v="250" actId="20577"/>
          <ac:spMkLst>
            <pc:docMk/>
            <pc:sldMk cId="1588794101" sldId="266"/>
            <ac:spMk id="3" creationId="{263997A8-B786-7622-0965-302825AE66F2}"/>
          </ac:spMkLst>
        </pc:spChg>
        <pc:spChg chg="del">
          <ac:chgData name="Avital Skop" userId="932fea03-23b3-43e3-bef8-ff6b9881c608" providerId="ADAL" clId="{B2908CEE-9237-4D68-BD34-FB1BF8116763}" dt="2026-06-29T13:10:01.254" v="200" actId="478"/>
          <ac:spMkLst>
            <pc:docMk/>
            <pc:sldMk cId="1588794101" sldId="266"/>
            <ac:spMk id="9" creationId="{CB8280D8-DAB1-DAE3-F57E-0E73C54F6AB0}"/>
          </ac:spMkLst>
        </pc:spChg>
        <pc:spChg chg="add del mod">
          <ac:chgData name="Avital Skop" userId="932fea03-23b3-43e3-bef8-ff6b9881c608" providerId="ADAL" clId="{B2908CEE-9237-4D68-BD34-FB1BF8116763}" dt="2026-06-29T13:12:07.618" v="277" actId="478"/>
          <ac:spMkLst>
            <pc:docMk/>
            <pc:sldMk cId="1588794101" sldId="266"/>
            <ac:spMk id="14" creationId="{E76187DC-6BBD-80A3-4071-E71AD288F44D}"/>
          </ac:spMkLst>
        </pc:spChg>
        <pc:spChg chg="del mod topLvl">
          <ac:chgData name="Avital Skop" userId="932fea03-23b3-43e3-bef8-ff6b9881c608" providerId="ADAL" clId="{B2908CEE-9237-4D68-BD34-FB1BF8116763}" dt="2026-06-29T13:20:16.323" v="425" actId="478"/>
          <ac:spMkLst>
            <pc:docMk/>
            <pc:sldMk cId="1588794101" sldId="266"/>
            <ac:spMk id="16" creationId="{5A59FBF3-E0C7-9AAC-D05D-336C65D014BA}"/>
          </ac:spMkLst>
        </pc:spChg>
        <pc:spChg chg="del mod topLvl">
          <ac:chgData name="Avital Skop" userId="932fea03-23b3-43e3-bef8-ff6b9881c608" providerId="ADAL" clId="{B2908CEE-9237-4D68-BD34-FB1BF8116763}" dt="2026-06-29T13:20:14.438" v="424" actId="478"/>
          <ac:spMkLst>
            <pc:docMk/>
            <pc:sldMk cId="1588794101" sldId="266"/>
            <ac:spMk id="17" creationId="{1BBA367D-3739-E0A7-2311-757A82D869EA}"/>
          </ac:spMkLst>
        </pc:spChg>
        <pc:spChg chg="mod">
          <ac:chgData name="Avital Skop" userId="932fea03-23b3-43e3-bef8-ff6b9881c608" providerId="ADAL" clId="{B2908CEE-9237-4D68-BD34-FB1BF8116763}" dt="2026-06-29T13:12:49.242" v="291"/>
          <ac:spMkLst>
            <pc:docMk/>
            <pc:sldMk cId="1588794101" sldId="266"/>
            <ac:spMk id="19" creationId="{115E1893-BDFD-BF85-ED62-A52B62195147}"/>
          </ac:spMkLst>
        </pc:spChg>
        <pc:spChg chg="mod">
          <ac:chgData name="Avital Skop" userId="932fea03-23b3-43e3-bef8-ff6b9881c608" providerId="ADAL" clId="{B2908CEE-9237-4D68-BD34-FB1BF8116763}" dt="2026-06-29T13:20:03.112" v="423" actId="20577"/>
          <ac:spMkLst>
            <pc:docMk/>
            <pc:sldMk cId="1588794101" sldId="266"/>
            <ac:spMk id="20" creationId="{5D59E486-08A9-E0E7-39D0-839E338220ED}"/>
          </ac:spMkLst>
        </pc:spChg>
        <pc:spChg chg="mod">
          <ac:chgData name="Avital Skop" userId="932fea03-23b3-43e3-bef8-ff6b9881c608" providerId="ADAL" clId="{B2908CEE-9237-4D68-BD34-FB1BF8116763}" dt="2026-06-29T13:13:22.884" v="307"/>
          <ac:spMkLst>
            <pc:docMk/>
            <pc:sldMk cId="1588794101" sldId="266"/>
            <ac:spMk id="24" creationId="{5827C129-F545-01EB-2E1F-95D7B6940BED}"/>
          </ac:spMkLst>
        </pc:spChg>
        <pc:spChg chg="mod">
          <ac:chgData name="Avital Skop" userId="932fea03-23b3-43e3-bef8-ff6b9881c608" providerId="ADAL" clId="{B2908CEE-9237-4D68-BD34-FB1BF8116763}" dt="2026-06-29T13:13:22.884" v="307"/>
          <ac:spMkLst>
            <pc:docMk/>
            <pc:sldMk cId="1588794101" sldId="266"/>
            <ac:spMk id="25" creationId="{97EA03FA-8A8E-33A9-F85B-0F93764DAE90}"/>
          </ac:spMkLst>
        </pc:spChg>
        <pc:grpChg chg="del">
          <ac:chgData name="Avital Skop" userId="932fea03-23b3-43e3-bef8-ff6b9881c608" providerId="ADAL" clId="{B2908CEE-9237-4D68-BD34-FB1BF8116763}" dt="2026-06-29T13:10:03.185" v="201" actId="478"/>
          <ac:grpSpMkLst>
            <pc:docMk/>
            <pc:sldMk cId="1588794101" sldId="266"/>
            <ac:grpSpMk id="4" creationId="{9DD4B51A-5CD3-CFA6-C016-CA56BD5C7289}"/>
          </ac:grpSpMkLst>
        </pc:grpChg>
        <pc:grpChg chg="del">
          <ac:chgData name="Avital Skop" userId="932fea03-23b3-43e3-bef8-ff6b9881c608" providerId="ADAL" clId="{B2908CEE-9237-4D68-BD34-FB1BF8116763}" dt="2026-06-29T13:10:05.427" v="202" actId="478"/>
          <ac:grpSpMkLst>
            <pc:docMk/>
            <pc:sldMk cId="1588794101" sldId="266"/>
            <ac:grpSpMk id="5" creationId="{A4C9BD42-8B2D-6D9E-5BE2-01E581DCF3F2}"/>
          </ac:grpSpMkLst>
        </pc:grpChg>
        <pc:grpChg chg="add del mod">
          <ac:chgData name="Avital Skop" userId="932fea03-23b3-43e3-bef8-ff6b9881c608" providerId="ADAL" clId="{B2908CEE-9237-4D68-BD34-FB1BF8116763}" dt="2026-06-29T13:20:14.438" v="424" actId="478"/>
          <ac:grpSpMkLst>
            <pc:docMk/>
            <pc:sldMk cId="1588794101" sldId="266"/>
            <ac:grpSpMk id="15" creationId="{5F5FD952-30C1-264E-FAE1-881396AC9101}"/>
          </ac:grpSpMkLst>
        </pc:grpChg>
        <pc:grpChg chg="add mod">
          <ac:chgData name="Avital Skop" userId="932fea03-23b3-43e3-bef8-ff6b9881c608" providerId="ADAL" clId="{B2908CEE-9237-4D68-BD34-FB1BF8116763}" dt="2026-06-29T13:33:54.498" v="550" actId="14100"/>
          <ac:grpSpMkLst>
            <pc:docMk/>
            <pc:sldMk cId="1588794101" sldId="266"/>
            <ac:grpSpMk id="18" creationId="{05ADD8DD-8666-AD65-E1EA-A65D1BC93A32}"/>
          </ac:grpSpMkLst>
        </pc:grpChg>
        <pc:grpChg chg="add mod">
          <ac:chgData name="Avital Skop" userId="932fea03-23b3-43e3-bef8-ff6b9881c608" providerId="ADAL" clId="{B2908CEE-9237-4D68-BD34-FB1BF8116763}" dt="2026-06-29T13:33:47.491" v="549" actId="1076"/>
          <ac:grpSpMkLst>
            <pc:docMk/>
            <pc:sldMk cId="1588794101" sldId="266"/>
            <ac:grpSpMk id="21" creationId="{94AE18F7-D223-D80E-EEDF-8E3980CC1836}"/>
          </ac:grpSpMkLst>
        </pc:grpChg>
      </pc:sldChg>
      <pc:sldChg chg="add del">
        <pc:chgData name="Avital Skop" userId="932fea03-23b3-43e3-bef8-ff6b9881c608" providerId="ADAL" clId="{B2908CEE-9237-4D68-BD34-FB1BF8116763}" dt="2026-06-29T12:56:26.446" v="23" actId="47"/>
        <pc:sldMkLst>
          <pc:docMk/>
          <pc:sldMk cId="2775538540" sldId="266"/>
        </pc:sldMkLst>
      </pc:sldChg>
      <pc:sldChg chg="add del">
        <pc:chgData name="Avital Skop" userId="932fea03-23b3-43e3-bef8-ff6b9881c608" providerId="ADAL" clId="{B2908CEE-9237-4D68-BD34-FB1BF8116763}" dt="2026-06-29T12:56:29.493" v="25" actId="47"/>
        <pc:sldMkLst>
          <pc:docMk/>
          <pc:sldMk cId="1269404093" sldId="267"/>
        </pc:sldMkLst>
      </pc:sldChg>
      <pc:sldChg chg="addSp delSp modSp add mod">
        <pc:chgData name="Avital Skop" userId="932fea03-23b3-43e3-bef8-ff6b9881c608" providerId="ADAL" clId="{B2908CEE-9237-4D68-BD34-FB1BF8116763}" dt="2026-06-29T13:35:38.052" v="578" actId="1076"/>
        <pc:sldMkLst>
          <pc:docMk/>
          <pc:sldMk cId="1802487067" sldId="267"/>
        </pc:sldMkLst>
        <pc:spChg chg="del">
          <ac:chgData name="Avital Skop" userId="932fea03-23b3-43e3-bef8-ff6b9881c608" providerId="ADAL" clId="{B2908CEE-9237-4D68-BD34-FB1BF8116763}" dt="2026-06-29T13:13:46.249" v="312" actId="478"/>
          <ac:spMkLst>
            <pc:docMk/>
            <pc:sldMk cId="1802487067" sldId="267"/>
            <ac:spMk id="3" creationId="{9060D7FF-253D-474E-A618-6A75A86DCA2E}"/>
          </ac:spMkLst>
        </pc:spChg>
        <pc:spChg chg="add mod">
          <ac:chgData name="Avital Skop" userId="932fea03-23b3-43e3-bef8-ff6b9881c608" providerId="ADAL" clId="{B2908CEE-9237-4D68-BD34-FB1BF8116763}" dt="2026-06-29T13:35:11.306" v="567" actId="20577"/>
          <ac:spMkLst>
            <pc:docMk/>
            <pc:sldMk cId="1802487067" sldId="267"/>
            <ac:spMk id="4" creationId="{DC3D0897-0E10-4456-21A4-B7E9C531359E}"/>
          </ac:spMkLst>
        </pc:spChg>
        <pc:spChg chg="add mod">
          <ac:chgData name="Avital Skop" userId="932fea03-23b3-43e3-bef8-ff6b9881c608" providerId="ADAL" clId="{B2908CEE-9237-4D68-BD34-FB1BF8116763}" dt="2026-06-29T13:35:35.545" v="577" actId="1076"/>
          <ac:spMkLst>
            <pc:docMk/>
            <pc:sldMk cId="1802487067" sldId="267"/>
            <ac:spMk id="9" creationId="{DD581BC0-CCCC-CF5E-FE18-03ED9DF452F6}"/>
          </ac:spMkLst>
        </pc:spChg>
        <pc:spChg chg="add mod">
          <ac:chgData name="Avital Skop" userId="932fea03-23b3-43e3-bef8-ff6b9881c608" providerId="ADAL" clId="{B2908CEE-9237-4D68-BD34-FB1BF8116763}" dt="2026-06-29T13:35:31.353" v="575" actId="1076"/>
          <ac:spMkLst>
            <pc:docMk/>
            <pc:sldMk cId="1802487067" sldId="267"/>
            <ac:spMk id="13" creationId="{31027E3C-3A6D-7C7D-0C45-E5D8280DC841}"/>
          </ac:spMkLst>
        </pc:spChg>
        <pc:spChg chg="mod">
          <ac:chgData name="Avital Skop" userId="932fea03-23b3-43e3-bef8-ff6b9881c608" providerId="ADAL" clId="{B2908CEE-9237-4D68-BD34-FB1BF8116763}" dt="2026-06-29T13:13:51.929" v="313" actId="20577"/>
          <ac:spMkLst>
            <pc:docMk/>
            <pc:sldMk cId="1802487067" sldId="267"/>
            <ac:spMk id="20" creationId="{CB6FC3B6-B967-1077-88F2-2C6DC04D715E}"/>
          </ac:spMkLst>
        </pc:spChg>
        <pc:spChg chg="add mod">
          <ac:chgData name="Avital Skop" userId="932fea03-23b3-43e3-bef8-ff6b9881c608" providerId="ADAL" clId="{B2908CEE-9237-4D68-BD34-FB1BF8116763}" dt="2026-06-29T13:35:38.052" v="578" actId="1076"/>
          <ac:spMkLst>
            <pc:docMk/>
            <pc:sldMk cId="1802487067" sldId="267"/>
            <ac:spMk id="22" creationId="{9A496ADF-5F4C-983A-8592-6B80BC3E4DFE}"/>
          </ac:spMkLst>
        </pc:spChg>
        <pc:grpChg chg="del">
          <ac:chgData name="Avital Skop" userId="932fea03-23b3-43e3-bef8-ff6b9881c608" providerId="ADAL" clId="{B2908CEE-9237-4D68-BD34-FB1BF8116763}" dt="2026-06-29T13:14:28.231" v="349" actId="478"/>
          <ac:grpSpMkLst>
            <pc:docMk/>
            <pc:sldMk cId="1802487067" sldId="267"/>
            <ac:grpSpMk id="15" creationId="{AF3A8277-3D19-85D1-8025-E06C8658D0DE}"/>
          </ac:grpSpMkLst>
        </pc:grpChg>
        <pc:grpChg chg="del">
          <ac:chgData name="Avital Skop" userId="932fea03-23b3-43e3-bef8-ff6b9881c608" providerId="ADAL" clId="{B2908CEE-9237-4D68-BD34-FB1BF8116763}" dt="2026-06-29T13:14:27.312" v="348" actId="478"/>
          <ac:grpSpMkLst>
            <pc:docMk/>
            <pc:sldMk cId="1802487067" sldId="267"/>
            <ac:grpSpMk id="18" creationId="{4406B417-9665-8B54-B81B-1C8A04756DEC}"/>
          </ac:grpSpMkLst>
        </pc:grpChg>
        <pc:grpChg chg="del">
          <ac:chgData name="Avital Skop" userId="932fea03-23b3-43e3-bef8-ff6b9881c608" providerId="ADAL" clId="{B2908CEE-9237-4D68-BD34-FB1BF8116763}" dt="2026-06-29T13:14:26.590" v="347" actId="478"/>
          <ac:grpSpMkLst>
            <pc:docMk/>
            <pc:sldMk cId="1802487067" sldId="267"/>
            <ac:grpSpMk id="21" creationId="{42B353BE-66ED-8590-2E85-586B29130657}"/>
          </ac:grpSpMkLst>
        </pc:grpChg>
      </pc:sldChg>
      <pc:sldChg chg="addSp delSp modSp mod ord">
        <pc:chgData name="Avital Skop" userId="932fea03-23b3-43e3-bef8-ff6b9881c608" providerId="ADAL" clId="{B2908CEE-9237-4D68-BD34-FB1BF8116763}" dt="2026-06-30T05:59:54.213" v="702" actId="20577"/>
        <pc:sldMkLst>
          <pc:docMk/>
          <pc:sldMk cId="1201566705" sldId="268"/>
        </pc:sldMkLst>
        <pc:spChg chg="add mod">
          <ac:chgData name="Avital Skop" userId="932fea03-23b3-43e3-bef8-ff6b9881c608" providerId="ADAL" clId="{B2908CEE-9237-4D68-BD34-FB1BF8116763}" dt="2026-06-29T23:35:14.892" v="609" actId="164"/>
          <ac:spMkLst>
            <pc:docMk/>
            <pc:sldMk cId="1201566705" sldId="268"/>
            <ac:spMk id="14" creationId="{D05AB93D-84CD-00EE-1498-EFF47A9B0356}"/>
          </ac:spMkLst>
        </pc:spChg>
        <pc:spChg chg="add mod ord">
          <ac:chgData name="Avital Skop" userId="932fea03-23b3-43e3-bef8-ff6b9881c608" providerId="ADAL" clId="{B2908CEE-9237-4D68-BD34-FB1BF8116763}" dt="2026-06-30T05:59:21.429" v="695" actId="20577"/>
          <ac:spMkLst>
            <pc:docMk/>
            <pc:sldMk cId="1201566705" sldId="268"/>
            <ac:spMk id="16" creationId="{A4BAAC91-3F57-D158-6D42-7FCE3A750DE5}"/>
          </ac:spMkLst>
        </pc:spChg>
        <pc:spChg chg="add del">
          <ac:chgData name="Avital Skop" userId="932fea03-23b3-43e3-bef8-ff6b9881c608" providerId="ADAL" clId="{B2908CEE-9237-4D68-BD34-FB1BF8116763}" dt="2026-06-30T00:16:17.109" v="647" actId="22"/>
          <ac:spMkLst>
            <pc:docMk/>
            <pc:sldMk cId="1201566705" sldId="268"/>
            <ac:spMk id="18" creationId="{07BA933A-7DC5-DECB-5237-0DF690729935}"/>
          </ac:spMkLst>
        </pc:spChg>
        <pc:spChg chg="add del mod">
          <ac:chgData name="Avital Skop" userId="932fea03-23b3-43e3-bef8-ff6b9881c608" providerId="ADAL" clId="{B2908CEE-9237-4D68-BD34-FB1BF8116763}" dt="2026-06-30T00:16:27.454" v="656" actId="22"/>
          <ac:spMkLst>
            <pc:docMk/>
            <pc:sldMk cId="1201566705" sldId="268"/>
            <ac:spMk id="20" creationId="{94606618-E22A-DBCE-96CC-1C7616803DAF}"/>
          </ac:spMkLst>
        </pc:spChg>
        <pc:spChg chg="add mod ord">
          <ac:chgData name="Avital Skop" userId="932fea03-23b3-43e3-bef8-ff6b9881c608" providerId="ADAL" clId="{B2908CEE-9237-4D68-BD34-FB1BF8116763}" dt="2026-06-30T05:58:06.803" v="683" actId="166"/>
          <ac:spMkLst>
            <pc:docMk/>
            <pc:sldMk cId="1201566705" sldId="268"/>
            <ac:spMk id="21" creationId="{A870B5D4-AA13-D462-18C1-F71CFB67020A}"/>
          </ac:spMkLst>
        </pc:spChg>
        <pc:spChg chg="add mod ord">
          <ac:chgData name="Avital Skop" userId="932fea03-23b3-43e3-bef8-ff6b9881c608" providerId="ADAL" clId="{B2908CEE-9237-4D68-BD34-FB1BF8116763}" dt="2026-06-30T05:59:32.037" v="699" actId="20577"/>
          <ac:spMkLst>
            <pc:docMk/>
            <pc:sldMk cId="1201566705" sldId="268"/>
            <ac:spMk id="22" creationId="{22C2C060-4279-E8E5-302D-3890E71A88BD}"/>
          </ac:spMkLst>
        </pc:spChg>
        <pc:spChg chg="add mod ord">
          <ac:chgData name="Avital Skop" userId="932fea03-23b3-43e3-bef8-ff6b9881c608" providerId="ADAL" clId="{B2908CEE-9237-4D68-BD34-FB1BF8116763}" dt="2026-06-30T05:59:49.222" v="701" actId="20577"/>
          <ac:spMkLst>
            <pc:docMk/>
            <pc:sldMk cId="1201566705" sldId="268"/>
            <ac:spMk id="23" creationId="{34C30C87-5AF3-CF6B-81E9-FD8CB444D2A9}"/>
          </ac:spMkLst>
        </pc:spChg>
        <pc:spChg chg="add mod ord">
          <ac:chgData name="Avital Skop" userId="932fea03-23b3-43e3-bef8-ff6b9881c608" providerId="ADAL" clId="{B2908CEE-9237-4D68-BD34-FB1BF8116763}" dt="2026-06-30T05:59:24.768" v="696" actId="20577"/>
          <ac:spMkLst>
            <pc:docMk/>
            <pc:sldMk cId="1201566705" sldId="268"/>
            <ac:spMk id="24" creationId="{5BA2D718-B410-8850-C189-765B9CF9A2E7}"/>
          </ac:spMkLst>
        </pc:spChg>
        <pc:spChg chg="add mod ord">
          <ac:chgData name="Avital Skop" userId="932fea03-23b3-43e3-bef8-ff6b9881c608" providerId="ADAL" clId="{B2908CEE-9237-4D68-BD34-FB1BF8116763}" dt="2026-06-30T05:59:27.800" v="697" actId="20577"/>
          <ac:spMkLst>
            <pc:docMk/>
            <pc:sldMk cId="1201566705" sldId="268"/>
            <ac:spMk id="25" creationId="{6CCE392F-AD1B-00B7-288E-76A80F431882}"/>
          </ac:spMkLst>
        </pc:spChg>
        <pc:spChg chg="add mod ord">
          <ac:chgData name="Avital Skop" userId="932fea03-23b3-43e3-bef8-ff6b9881c608" providerId="ADAL" clId="{B2908CEE-9237-4D68-BD34-FB1BF8116763}" dt="2026-06-30T05:59:39.048" v="700" actId="20577"/>
          <ac:spMkLst>
            <pc:docMk/>
            <pc:sldMk cId="1201566705" sldId="268"/>
            <ac:spMk id="26" creationId="{77200726-6F1C-763A-ECFC-D4D1CEBAA698}"/>
          </ac:spMkLst>
        </pc:spChg>
        <pc:spChg chg="add mod ord">
          <ac:chgData name="Avital Skop" userId="932fea03-23b3-43e3-bef8-ff6b9881c608" providerId="ADAL" clId="{B2908CEE-9237-4D68-BD34-FB1BF8116763}" dt="2026-06-30T05:59:54.213" v="702" actId="20577"/>
          <ac:spMkLst>
            <pc:docMk/>
            <pc:sldMk cId="1201566705" sldId="268"/>
            <ac:spMk id="27" creationId="{D350DB8F-60C1-68DD-E94C-2EC6D3D8DD39}"/>
          </ac:spMkLst>
        </pc:spChg>
        <pc:grpChg chg="add mod">
          <ac:chgData name="Avital Skop" userId="932fea03-23b3-43e3-bef8-ff6b9881c608" providerId="ADAL" clId="{B2908CEE-9237-4D68-BD34-FB1BF8116763}" dt="2026-06-30T00:18:11.444" v="675" actId="1076"/>
          <ac:grpSpMkLst>
            <pc:docMk/>
            <pc:sldMk cId="1201566705" sldId="268"/>
            <ac:grpSpMk id="15" creationId="{616B2BA1-E0DD-01DF-03A0-5C890BCE494A}"/>
          </ac:grpSpMkLst>
        </pc:grpChg>
        <pc:picChg chg="mod">
          <ac:chgData name="Avital Skop" userId="932fea03-23b3-43e3-bef8-ff6b9881c608" providerId="ADAL" clId="{B2908CEE-9237-4D68-BD34-FB1BF8116763}" dt="2026-06-29T23:35:14.892" v="609" actId="164"/>
          <ac:picMkLst>
            <pc:docMk/>
            <pc:sldMk cId="1201566705" sldId="268"/>
            <ac:picMk id="13" creationId="{ECD03F40-9F57-0733-622B-DBA420E659D4}"/>
          </ac:picMkLst>
        </pc:picChg>
      </pc:sldChg>
      <pc:sldChg chg="modSp mod">
        <pc:chgData name="Avital Skop" userId="932fea03-23b3-43e3-bef8-ff6b9881c608" providerId="ADAL" clId="{B2908CEE-9237-4D68-BD34-FB1BF8116763}" dt="2026-06-29T23:41:32.608" v="622" actId="2711"/>
        <pc:sldMkLst>
          <pc:docMk/>
          <pc:sldMk cId="188335680" sldId="274"/>
        </pc:sldMkLst>
        <pc:spChg chg="mod">
          <ac:chgData name="Avital Skop" userId="932fea03-23b3-43e3-bef8-ff6b9881c608" providerId="ADAL" clId="{B2908CEE-9237-4D68-BD34-FB1BF8116763}" dt="2026-06-29T23:41:32.608" v="622" actId="2711"/>
          <ac:spMkLst>
            <pc:docMk/>
            <pc:sldMk cId="188335680" sldId="274"/>
            <ac:spMk id="2" creationId="{FD3A1B62-F374-D65E-3A67-1909E3CA4A15}"/>
          </ac:spMkLst>
        </pc:spChg>
        <pc:spChg chg="mod">
          <ac:chgData name="Avital Skop" userId="932fea03-23b3-43e3-bef8-ff6b9881c608" providerId="ADAL" clId="{B2908CEE-9237-4D68-BD34-FB1BF8116763}" dt="2026-06-29T23:41:28.697" v="621" actId="2711"/>
          <ac:spMkLst>
            <pc:docMk/>
            <pc:sldMk cId="188335680" sldId="274"/>
            <ac:spMk id="3" creationId="{C44A00C2-4C29-7FE8-16AC-01E2C2EC2ED9}"/>
          </ac:spMkLst>
        </pc:spChg>
      </pc:sldChg>
      <pc:sldChg chg="del">
        <pc:chgData name="Avital Skop" userId="932fea03-23b3-43e3-bef8-ff6b9881c608" providerId="ADAL" clId="{B2908CEE-9237-4D68-BD34-FB1BF8116763}" dt="2026-06-29T23:41:54.017" v="624" actId="47"/>
        <pc:sldMkLst>
          <pc:docMk/>
          <pc:sldMk cId="2238254796" sldId="275"/>
        </pc:sldMkLst>
      </pc:sldChg>
      <pc:sldChg chg="del">
        <pc:chgData name="Avital Skop" userId="932fea03-23b3-43e3-bef8-ff6b9881c608" providerId="ADAL" clId="{B2908CEE-9237-4D68-BD34-FB1BF8116763}" dt="2026-06-29T23:33:34.304" v="599" actId="47"/>
        <pc:sldMkLst>
          <pc:docMk/>
          <pc:sldMk cId="4155259189" sldId="276"/>
        </pc:sldMkLst>
      </pc:sldChg>
      <pc:sldChg chg="delSp modSp add mod">
        <pc:chgData name="Avital Skop" userId="932fea03-23b3-43e3-bef8-ff6b9881c608" providerId="ADAL" clId="{B2908CEE-9237-4D68-BD34-FB1BF8116763}" dt="2026-06-30T06:09:18.980" v="703"/>
        <pc:sldMkLst>
          <pc:docMk/>
          <pc:sldMk cId="1856694421" sldId="277"/>
        </pc:sldMkLst>
        <pc:spChg chg="mod">
          <ac:chgData name="Avital Skop" userId="932fea03-23b3-43e3-bef8-ff6b9881c608" providerId="ADAL" clId="{B2908CEE-9237-4D68-BD34-FB1BF8116763}" dt="2026-06-29T23:42:08.080" v="636" actId="20577"/>
          <ac:spMkLst>
            <pc:docMk/>
            <pc:sldMk cId="1856694421" sldId="277"/>
            <ac:spMk id="3" creationId="{7EF99E4E-DA2F-CB45-A1DC-0EB44D326DE6}"/>
          </ac:spMkLst>
        </pc:spChg>
        <pc:spChg chg="mod">
          <ac:chgData name="Avital Skop" userId="932fea03-23b3-43e3-bef8-ff6b9881c608" providerId="ADAL" clId="{B2908CEE-9237-4D68-BD34-FB1BF8116763}" dt="2026-06-30T06:09:18.980" v="703"/>
          <ac:spMkLst>
            <pc:docMk/>
            <pc:sldMk cId="1856694421" sldId="277"/>
            <ac:spMk id="19" creationId="{57BFDCAE-D351-BD60-82E4-6C5AB14B40E1}"/>
          </ac:spMkLst>
        </pc:spChg>
        <pc:picChg chg="del">
          <ac:chgData name="Avital Skop" userId="932fea03-23b3-43e3-bef8-ff6b9881c608" providerId="ADAL" clId="{B2908CEE-9237-4D68-BD34-FB1BF8116763}" dt="2026-06-29T23:41:56.315" v="627" actId="478"/>
          <ac:picMkLst>
            <pc:docMk/>
            <pc:sldMk cId="1856694421" sldId="277"/>
            <ac:picMk id="11" creationId="{F2CC49AB-CD96-D441-C5D8-22CDD7D4ED59}"/>
          </ac:picMkLst>
        </pc:picChg>
        <pc:picChg chg="del">
          <ac:chgData name="Avital Skop" userId="932fea03-23b3-43e3-bef8-ff6b9881c608" providerId="ADAL" clId="{B2908CEE-9237-4D68-BD34-FB1BF8116763}" dt="2026-06-29T23:41:55.834" v="626" actId="478"/>
          <ac:picMkLst>
            <pc:docMk/>
            <pc:sldMk cId="1856694421" sldId="277"/>
            <ac:picMk id="23" creationId="{8BACC7B5-9E49-CBD0-A83C-8B59D518EA6E}"/>
          </ac:picMkLst>
        </pc:picChg>
        <pc:picChg chg="del">
          <ac:chgData name="Avital Skop" userId="932fea03-23b3-43e3-bef8-ff6b9881c608" providerId="ADAL" clId="{B2908CEE-9237-4D68-BD34-FB1BF8116763}" dt="2026-06-29T23:41:55.435" v="625" actId="478"/>
          <ac:picMkLst>
            <pc:docMk/>
            <pc:sldMk cId="1856694421" sldId="277"/>
            <ac:picMk id="38" creationId="{D9C9AE66-FA6D-A645-4647-626ABB15850D}"/>
          </ac:picMkLst>
        </pc:picChg>
        <pc:picChg chg="del">
          <ac:chgData name="Avital Skop" userId="932fea03-23b3-43e3-bef8-ff6b9881c608" providerId="ADAL" clId="{B2908CEE-9237-4D68-BD34-FB1BF8116763}" dt="2026-06-29T23:41:56.822" v="628" actId="478"/>
          <ac:picMkLst>
            <pc:docMk/>
            <pc:sldMk cId="1856694421" sldId="277"/>
            <ac:picMk id="39" creationId="{101C58B0-E132-6FFF-D86A-9372C6076A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B264B-F989-4B8D-9AB6-788FB99D65F9}" type="datetimeFigureOut">
              <a:rPr lang="en-IL" smtClean="0"/>
              <a:t>07/13/2026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413C7-44CE-4AEE-85FF-B84DFA84DF1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31068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מוטיבציה</a:t>
            </a:r>
            <a:r>
              <a:rPr lang="en-US"/>
              <a:t> - </a:t>
            </a:r>
            <a:r>
              <a:rPr lang="he-IL"/>
              <a:t>ירדן</a:t>
            </a:r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413C7-44CE-4AEE-85FF-B84DFA84DF1C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2005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 - ירדן</a:t>
            </a:r>
            <a:r>
              <a:rPr lang="en-US"/>
              <a:t>Pipline  (</a:t>
            </a:r>
            <a:r>
              <a:rPr lang="he-IL"/>
              <a:t>(איך המודל עובד בראשי פרקים </a:t>
            </a:r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413C7-44CE-4AEE-85FF-B84DFA84DF1C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2601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יצירת </a:t>
            </a:r>
            <a:r>
              <a:rPr lang="he-IL" err="1"/>
              <a:t>הדאתא</a:t>
            </a:r>
            <a:r>
              <a:rPr lang="he-IL"/>
              <a:t> - שלומי</a:t>
            </a:r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413C7-44CE-4AEE-85FF-B84DFA84DF1C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1965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err="1"/>
              <a:t>אוגמנטציות</a:t>
            </a:r>
            <a:r>
              <a:rPr lang="he-IL"/>
              <a:t> - שלומי</a:t>
            </a:r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413C7-44CE-4AEE-85FF-B84DFA84DF1C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58985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819F-DFCC-1A2B-DB23-7E194B14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5D694-4515-E27D-9C98-4872A7877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1AFA0-3FA0-D075-0AA6-94F395D81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תוצאות המודלים - אביטל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5B299-6219-B2C8-3272-8AE562B33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413C7-44CE-4AEE-85FF-B84DFA84DF1C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0866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2984B-67E1-414B-E9FB-8C0A6DF6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F1A8B-7B7F-4DB2-AFA3-AFCD07F25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49D7B-9156-4A7C-0A25-FD76E319D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תוצאות המודלים - אביטל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621A-2FD1-0EEA-E625-DFB53C5A3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413C7-44CE-4AEE-85FF-B84DFA84DF1C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3745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השוואת תוצאות - אביטל</a:t>
            </a:r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413C7-44CE-4AEE-85FF-B84DFA84DF1C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3157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מסקנות וחשיבה לעתיד - ירדן</a:t>
            </a:r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413C7-44CE-4AEE-85FF-B84DFA84DF1C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149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FD2C49-CB9F-6BF9-3EA7-4D9A6AD8B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943D497-797A-B73A-53E0-235939558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0148B11-4BA8-C468-D023-4EC2DEF5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2B26851-E9ED-F961-B4BC-A6967545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6713F87-25E6-F42E-BA23-7D7DCE7CC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6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CDF557-640E-FB02-5AC1-351070F04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76A5433-430F-10D9-9B4C-8FA58D13E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2DF99A-3318-56DA-0E0D-467D34FB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A8BDA12-2459-E31C-991E-AB5BE3B7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285BBFE-53D7-FF75-C999-99DF5D44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4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1C8C00B-1E37-DFA3-7B98-351947D8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523D9CA-314D-FC94-7466-F2FC3D7B1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702F3A-2164-AD9C-DC78-1DCB2A7B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C1A3F33-3F48-9045-AC1C-CDB9814C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1A39AF1-9845-1295-041F-2BD0FFA9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6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54FD01-6856-2BA9-1DA3-F86AB4FC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41B32D9-AFA3-7170-D871-9FEA9B865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055CD52-2221-48D7-ADA9-8523D773B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5FEC39E-4367-2818-D3B5-EBDADEE6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8B82D62-B47E-61A6-879B-7E9753D5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34B7969-79D0-2CE0-A6CC-DCD45AC5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0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0C8FED-66CB-6222-4F0F-619329727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69C2FDE-FE2B-910E-EBF6-C6893C277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D9F3D49-34FC-C72F-8F83-AB73C17F3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8AD0306-D201-1566-4467-4DD82F176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E8E9022-FCE9-0CDC-52B6-DD8CAFA49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0D42921-F5E0-0DDA-FA44-661C3099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A1A6868-B264-2A30-0864-6A02ECF0D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A189237-F62B-7C62-E753-A065CDC4C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1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7D75F7-E6C9-7559-22F3-2D62FBA5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B88BF38-9A7E-B2C9-C728-75B7507E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63D0310-7203-5125-8316-94469311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65CFD50-EEF6-D0A6-C833-98B26264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8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C04605E-BE14-21FA-7F6E-48006E6C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AEF9025-DA86-466C-41A5-C44D9E27B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E172D12-085F-FA96-F206-47194B05B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100BBA-C18E-B257-9E10-1F7711D6A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8B8B578-37D1-F5C2-93BC-7A563ABB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A87D2D5-19F8-81FD-E8CD-CAB30B072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53504AA-4BB0-E9C8-8915-5938A664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4DFCAD6-CE88-AB19-8251-BE7B0A86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421788B-A283-549B-D7E0-4D116325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9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E554F4-DBEF-AA77-C61B-DE8CECB3B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17386E4-6699-7856-CF37-B849CFD12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113537F-5D89-1C71-DC75-840D70AF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38184BB-5254-AA23-C36E-402C6DB5B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B3092B5-5E8C-A779-0773-A7C57C9A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1573BFC-97C3-9E51-D0BE-F0F243FA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3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16FC60D-9421-34BA-CED4-21D765D0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0BFC3C4-E03F-D692-F9F5-17D028C3C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7B93168-76D4-C92B-3D5D-EC4862DD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9EE7952-5EF0-0C58-FDE9-B58DA33F6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419F3D8-9320-EFFE-B69B-3C7C3C72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9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FAF78A7D-FD54-FCB9-C69C-59CB2694C2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04F808B-3AC6-2FB5-6C91-A0A85CD76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A5E0530-723B-0BAA-5934-B40D2F56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875FC1E-807F-30E6-C8BB-0AB1BCF7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D180FB7-B447-8AD1-AD98-1FEB3C82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2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7C42DA9-59CB-FF05-0552-AE3262EC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74E7FAB-07CE-A4A6-B13B-05DAC59F4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5B84E2D-CD62-8498-1891-2E7042DD0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40696-48CB-43CB-8D0C-37FF296174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0FBA8DF-D9B5-70E9-1B70-2962A61B0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D1A0B6-BEA0-71E5-BFF3-915672D38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EF2DB-DFF8-4117-B6E4-EE7194D0D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384E49-48E8-6716-5697-2DAAA479C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80" y="1710872"/>
            <a:ext cx="10993210" cy="371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24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8D810B-1674-4F0D-DFAC-602ACD9E3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" y="181658"/>
            <a:ext cx="12082687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01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AA773-0B12-2119-2FE2-34E7B2CF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340D20-57C0-BC0E-F8D4-AE16D4094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66" y="302761"/>
            <a:ext cx="11671753" cy="636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3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5140-DFE4-BB98-B9EE-F662765E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3CC773-024E-E4C3-FB2C-C493ECB36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42" y="236085"/>
            <a:ext cx="11603717" cy="6414860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B28601F-38A9-65A8-53B1-1609ACB60198}"/>
              </a:ext>
            </a:extLst>
          </p:cNvPr>
          <p:cNvSpPr txBox="1"/>
          <p:nvPr/>
        </p:nvSpPr>
        <p:spPr>
          <a:xfrm>
            <a:off x="2559169" y="3548331"/>
            <a:ext cx="454325" cy="4001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45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74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C0437-7042-FCD8-AF59-3FC86565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79280E-2DA9-5FF9-F60C-44649F0D8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52" y="340633"/>
            <a:ext cx="11925752" cy="624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30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FCEA-EC0E-1D2E-6857-BDA164B1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7EF99E4E-DA2F-CB45-A1DC-0EB44D326DE6}"/>
              </a:ext>
            </a:extLst>
          </p:cNvPr>
          <p:cNvSpPr txBox="1"/>
          <p:nvPr/>
        </p:nvSpPr>
        <p:spPr>
          <a:xfrm>
            <a:off x="558369" y="263659"/>
            <a:ext cx="6097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solidFill>
                  <a:srgbClr val="212A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– ResNet18</a:t>
            </a: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5E8B8A0D-6FEA-2258-B3BF-42C15B17E5EE}"/>
              </a:ext>
            </a:extLst>
          </p:cNvPr>
          <p:cNvSpPr txBox="1"/>
          <p:nvPr/>
        </p:nvSpPr>
        <p:spPr>
          <a:xfrm>
            <a:off x="558369" y="1156211"/>
            <a:ext cx="3022813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/>
            <a:r>
              <a:rPr lang="en-US" sz="2400" b="1" dirty="0">
                <a:latin typeface="Calibri"/>
                <a:ea typeface="Calibri"/>
                <a:cs typeface="Calibri"/>
              </a:rPr>
              <a:t>Synthetic Data Test</a:t>
            </a:r>
            <a:endParaRPr lang="en-US" sz="2400" dirty="0"/>
          </a:p>
        </p:txBody>
      </p: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31B7F88E-6510-ECCE-2F5D-D295ECF13F6D}"/>
              </a:ext>
            </a:extLst>
          </p:cNvPr>
          <p:cNvSpPr txBox="1"/>
          <p:nvPr/>
        </p:nvSpPr>
        <p:spPr>
          <a:xfrm>
            <a:off x="558369" y="1746731"/>
            <a:ext cx="1770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solidFill>
                  <a:srgbClr val="212A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Linear-Probe</a:t>
            </a:r>
          </a:p>
        </p:txBody>
      </p: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AF1ABF5B-3517-374F-EA32-8F5284D55209}"/>
              </a:ext>
            </a:extLst>
          </p:cNvPr>
          <p:cNvSpPr txBox="1"/>
          <p:nvPr/>
        </p:nvSpPr>
        <p:spPr>
          <a:xfrm>
            <a:off x="3607255" y="1746731"/>
            <a:ext cx="1889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Fine-Tuned</a:t>
            </a: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98B6E8A9-F0B0-6BA6-C16A-F53E844F1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9" y="2152927"/>
            <a:ext cx="2905101" cy="2552145"/>
          </a:xfrm>
          <a:prstGeom prst="rect">
            <a:avLst/>
          </a:prstGeom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3797FFF7-D2FF-F2CB-C662-08BA5750A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837" y="2211879"/>
            <a:ext cx="2905099" cy="2552143"/>
          </a:xfrm>
          <a:prstGeom prst="rect">
            <a:avLst/>
          </a:prstGeom>
        </p:spPr>
      </p:pic>
      <p:cxnSp>
        <p:nvCxnSpPr>
          <p:cNvPr id="26" name="מחבר ישר 25">
            <a:extLst>
              <a:ext uri="{FF2B5EF4-FFF2-40B4-BE49-F238E27FC236}">
                <a16:creationId xmlns:a16="http://schemas.microsoft.com/office/drawing/2014/main" id="{3955BAA7-AAB2-E038-DE53-520FABB4DF1E}"/>
              </a:ext>
            </a:extLst>
          </p:cNvPr>
          <p:cNvCxnSpPr/>
          <p:nvPr/>
        </p:nvCxnSpPr>
        <p:spPr>
          <a:xfrm>
            <a:off x="159488" y="1617876"/>
            <a:ext cx="117596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מחבר ישר 27">
            <a:extLst>
              <a:ext uri="{FF2B5EF4-FFF2-40B4-BE49-F238E27FC236}">
                <a16:creationId xmlns:a16="http://schemas.microsoft.com/office/drawing/2014/main" id="{1891EC95-842E-87EE-2E2F-0B3AC8E8EAFF}"/>
              </a:ext>
            </a:extLst>
          </p:cNvPr>
          <p:cNvCxnSpPr>
            <a:cxnSpLocks/>
          </p:cNvCxnSpPr>
          <p:nvPr/>
        </p:nvCxnSpPr>
        <p:spPr>
          <a:xfrm>
            <a:off x="6085367" y="992126"/>
            <a:ext cx="10633" cy="4034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תמונה 29">
            <a:extLst>
              <a:ext uri="{FF2B5EF4-FFF2-40B4-BE49-F238E27FC236}">
                <a16:creationId xmlns:a16="http://schemas.microsoft.com/office/drawing/2014/main" id="{69F85F86-2164-B745-97C6-C8010D2402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784" y="2243628"/>
            <a:ext cx="2820697" cy="2520394"/>
          </a:xfrm>
          <a:prstGeom prst="rect">
            <a:avLst/>
          </a:prstGeom>
        </p:spPr>
      </p:pic>
      <p:pic>
        <p:nvPicPr>
          <p:cNvPr id="32" name="תמונה 31">
            <a:extLst>
              <a:ext uri="{FF2B5EF4-FFF2-40B4-BE49-F238E27FC236}">
                <a16:creationId xmlns:a16="http://schemas.microsoft.com/office/drawing/2014/main" id="{637F1B68-795A-7984-AA7D-063860AA11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567" y="2264208"/>
            <a:ext cx="2797666" cy="2499816"/>
          </a:xfrm>
          <a:prstGeom prst="rect">
            <a:avLst/>
          </a:prstGeom>
        </p:spPr>
      </p:pic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70E1AAB5-BE4C-A4D4-1E0D-22D831D8D828}"/>
              </a:ext>
            </a:extLst>
          </p:cNvPr>
          <p:cNvSpPr txBox="1"/>
          <p:nvPr/>
        </p:nvSpPr>
        <p:spPr>
          <a:xfrm>
            <a:off x="6204567" y="1135630"/>
            <a:ext cx="210531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/>
            <a:r>
              <a:rPr lang="en-US" sz="2400" b="1" dirty="0">
                <a:latin typeface="Calibri"/>
                <a:ea typeface="Calibri"/>
                <a:cs typeface="Calibri"/>
              </a:rPr>
              <a:t>Real Data Test</a:t>
            </a:r>
            <a:endParaRPr lang="en-US" sz="2400" dirty="0"/>
          </a:p>
        </p:txBody>
      </p:sp>
      <p:sp>
        <p:nvSpPr>
          <p:cNvPr id="38" name="תיבת טקסט 37">
            <a:extLst>
              <a:ext uri="{FF2B5EF4-FFF2-40B4-BE49-F238E27FC236}">
                <a16:creationId xmlns:a16="http://schemas.microsoft.com/office/drawing/2014/main" id="{3294CCD6-17F5-B3BB-F392-999133F7C80E}"/>
              </a:ext>
            </a:extLst>
          </p:cNvPr>
          <p:cNvSpPr txBox="1"/>
          <p:nvPr/>
        </p:nvSpPr>
        <p:spPr>
          <a:xfrm>
            <a:off x="6539721" y="1725504"/>
            <a:ext cx="1770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solidFill>
                  <a:srgbClr val="212A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Linear-Probe</a:t>
            </a:r>
          </a:p>
        </p:txBody>
      </p: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99A85A5F-1B63-4D44-E5EA-C9F3AF6539EC}"/>
              </a:ext>
            </a:extLst>
          </p:cNvPr>
          <p:cNvSpPr txBox="1"/>
          <p:nvPr/>
        </p:nvSpPr>
        <p:spPr>
          <a:xfrm>
            <a:off x="9513244" y="1725504"/>
            <a:ext cx="1889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Fine-Tuned</a:t>
            </a:r>
          </a:p>
        </p:txBody>
      </p:sp>
    </p:spTree>
    <p:extLst>
      <p:ext uri="{BB962C8B-B14F-4D97-AF65-F5344CB8AC3E}">
        <p14:creationId xmlns:p14="http://schemas.microsoft.com/office/powerpoint/2010/main" val="1856694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9F778-968A-6710-084A-F185FF54B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C386EA5-D30A-2F0F-4559-F4953C5D6AD5}"/>
              </a:ext>
            </a:extLst>
          </p:cNvPr>
          <p:cNvSpPr txBox="1"/>
          <p:nvPr/>
        </p:nvSpPr>
        <p:spPr>
          <a:xfrm>
            <a:off x="558369" y="263659"/>
            <a:ext cx="6097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solidFill>
                  <a:srgbClr val="212A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– ResNet50</a:t>
            </a: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68C566B9-5821-8153-4D97-C303456A12CA}"/>
              </a:ext>
            </a:extLst>
          </p:cNvPr>
          <p:cNvSpPr txBox="1"/>
          <p:nvPr/>
        </p:nvSpPr>
        <p:spPr>
          <a:xfrm>
            <a:off x="558369" y="1156211"/>
            <a:ext cx="3022813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/>
            <a:r>
              <a:rPr lang="en-US" sz="2400" b="1" dirty="0">
                <a:latin typeface="Calibri"/>
                <a:ea typeface="Calibri"/>
                <a:cs typeface="Calibri"/>
              </a:rPr>
              <a:t>Synthetic Data Test</a:t>
            </a:r>
            <a:endParaRPr lang="en-US" sz="2400" dirty="0"/>
          </a:p>
        </p:txBody>
      </p: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4AA54DBE-3361-D035-477C-AD349C30DD8F}"/>
              </a:ext>
            </a:extLst>
          </p:cNvPr>
          <p:cNvSpPr txBox="1"/>
          <p:nvPr/>
        </p:nvSpPr>
        <p:spPr>
          <a:xfrm>
            <a:off x="558369" y="1746731"/>
            <a:ext cx="1770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solidFill>
                  <a:srgbClr val="212A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Linear-Probe</a:t>
            </a:r>
          </a:p>
        </p:txBody>
      </p:sp>
      <p:sp>
        <p:nvSpPr>
          <p:cNvPr id="37" name="תיבת טקסט 36">
            <a:extLst>
              <a:ext uri="{FF2B5EF4-FFF2-40B4-BE49-F238E27FC236}">
                <a16:creationId xmlns:a16="http://schemas.microsoft.com/office/drawing/2014/main" id="{DA634D51-029C-9DC7-C31E-00741B268AFB}"/>
              </a:ext>
            </a:extLst>
          </p:cNvPr>
          <p:cNvSpPr txBox="1"/>
          <p:nvPr/>
        </p:nvSpPr>
        <p:spPr>
          <a:xfrm>
            <a:off x="3607255" y="1746731"/>
            <a:ext cx="1889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Fine-Tuned</a:t>
            </a:r>
          </a:p>
        </p:txBody>
      </p:sp>
      <p:cxnSp>
        <p:nvCxnSpPr>
          <p:cNvPr id="26" name="מחבר ישר 25">
            <a:extLst>
              <a:ext uri="{FF2B5EF4-FFF2-40B4-BE49-F238E27FC236}">
                <a16:creationId xmlns:a16="http://schemas.microsoft.com/office/drawing/2014/main" id="{CA68B0DA-A621-1645-5AF7-34792E8B7517}"/>
              </a:ext>
            </a:extLst>
          </p:cNvPr>
          <p:cNvCxnSpPr/>
          <p:nvPr/>
        </p:nvCxnSpPr>
        <p:spPr>
          <a:xfrm>
            <a:off x="159488" y="1617876"/>
            <a:ext cx="117596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מחבר ישר 27">
            <a:extLst>
              <a:ext uri="{FF2B5EF4-FFF2-40B4-BE49-F238E27FC236}">
                <a16:creationId xmlns:a16="http://schemas.microsoft.com/office/drawing/2014/main" id="{42987C1F-0719-5505-FA67-D03CF59DD228}"/>
              </a:ext>
            </a:extLst>
          </p:cNvPr>
          <p:cNvCxnSpPr>
            <a:cxnSpLocks/>
          </p:cNvCxnSpPr>
          <p:nvPr/>
        </p:nvCxnSpPr>
        <p:spPr>
          <a:xfrm>
            <a:off x="6085367" y="992126"/>
            <a:ext cx="0" cy="39249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1CB3DAE2-513B-9084-658F-D040A71FBD39}"/>
              </a:ext>
            </a:extLst>
          </p:cNvPr>
          <p:cNvSpPr txBox="1"/>
          <p:nvPr/>
        </p:nvSpPr>
        <p:spPr>
          <a:xfrm>
            <a:off x="6204567" y="1135630"/>
            <a:ext cx="210531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/>
            <a:r>
              <a:rPr lang="en-US" sz="2400" b="1" dirty="0">
                <a:latin typeface="Calibri"/>
                <a:ea typeface="Calibri"/>
                <a:cs typeface="Calibri"/>
              </a:rPr>
              <a:t>Real Data Test</a:t>
            </a:r>
            <a:endParaRPr lang="en-US" sz="2400" dirty="0"/>
          </a:p>
        </p:txBody>
      </p:sp>
      <p:sp>
        <p:nvSpPr>
          <p:cNvPr id="38" name="תיבת טקסט 37">
            <a:extLst>
              <a:ext uri="{FF2B5EF4-FFF2-40B4-BE49-F238E27FC236}">
                <a16:creationId xmlns:a16="http://schemas.microsoft.com/office/drawing/2014/main" id="{8CA86622-E51B-4A6D-862D-E74EC0FD24AD}"/>
              </a:ext>
            </a:extLst>
          </p:cNvPr>
          <p:cNvSpPr txBox="1"/>
          <p:nvPr/>
        </p:nvSpPr>
        <p:spPr>
          <a:xfrm>
            <a:off x="6539721" y="1725504"/>
            <a:ext cx="1770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solidFill>
                  <a:srgbClr val="212A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Linear-Probe</a:t>
            </a:r>
          </a:p>
        </p:txBody>
      </p: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1D958A3F-B757-978C-B2E6-CAD90941CCE6}"/>
              </a:ext>
            </a:extLst>
          </p:cNvPr>
          <p:cNvSpPr txBox="1"/>
          <p:nvPr/>
        </p:nvSpPr>
        <p:spPr>
          <a:xfrm>
            <a:off x="9513244" y="1725504"/>
            <a:ext cx="1889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Fine-Tuned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85BCADA-0D32-2237-5170-6E0A11342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0829"/>
            <a:ext cx="3035836" cy="2666996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EB069199-AFB0-3B01-A297-A2134A2EB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836" y="2245057"/>
            <a:ext cx="2842194" cy="2496881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655822FC-F8AA-D931-564C-645067B10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612" y="2301953"/>
            <a:ext cx="2815635" cy="2515872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7E709D12-34FC-E201-67AB-D8E58DB802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672" y="2301953"/>
            <a:ext cx="2815635" cy="251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53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8D47-9448-1709-EDFC-4F5ABBC33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616B2BA1-E0DD-01DF-03A0-5C890BCE494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7086" y="383408"/>
            <a:ext cx="12014421" cy="6701794"/>
            <a:chOff x="0" y="38100"/>
            <a:chExt cx="12014421" cy="6701794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ECD03F40-9F57-0733-622B-DBA420E659D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8100"/>
              <a:ext cx="12014421" cy="6701794"/>
            </a:xfrm>
            <a:prstGeom prst="rect">
              <a:avLst/>
            </a:prstGeom>
          </p:spPr>
        </p:pic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D05AB93D-84CD-00EE-1498-EFF47A9B03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54918" y="2665506"/>
              <a:ext cx="1141506" cy="52592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6CCE392F-AD1B-00B7-288E-76A80F431882}"/>
              </a:ext>
            </a:extLst>
          </p:cNvPr>
          <p:cNvSpPr txBox="1"/>
          <p:nvPr/>
        </p:nvSpPr>
        <p:spPr>
          <a:xfrm>
            <a:off x="8069543" y="3167390"/>
            <a:ext cx="1141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91.1%</a:t>
            </a:r>
          </a:p>
        </p:txBody>
      </p:sp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D350DB8F-60C1-68DD-E94C-2EC6D3D8DD39}"/>
              </a:ext>
            </a:extLst>
          </p:cNvPr>
          <p:cNvSpPr txBox="1"/>
          <p:nvPr/>
        </p:nvSpPr>
        <p:spPr>
          <a:xfrm>
            <a:off x="8069543" y="4694852"/>
            <a:ext cx="1141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93.3%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A4BAAC91-3F57-D158-6D42-7FCE3A750DE5}"/>
              </a:ext>
            </a:extLst>
          </p:cNvPr>
          <p:cNvSpPr txBox="1"/>
          <p:nvPr/>
        </p:nvSpPr>
        <p:spPr>
          <a:xfrm>
            <a:off x="5354918" y="3167390"/>
            <a:ext cx="114150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latin typeface="Calibri"/>
                <a:ea typeface="Calibri"/>
                <a:cs typeface="Calibri"/>
              </a:rPr>
              <a:t>88.9%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A870B5D4-AA13-D462-18C1-F71CFB67020A}"/>
              </a:ext>
            </a:extLst>
          </p:cNvPr>
          <p:cNvSpPr txBox="1"/>
          <p:nvPr/>
        </p:nvSpPr>
        <p:spPr>
          <a:xfrm>
            <a:off x="5354918" y="3643410"/>
            <a:ext cx="114150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latin typeface="Calibri"/>
                <a:ea typeface="Calibri"/>
                <a:cs typeface="Calibri"/>
              </a:rPr>
              <a:t>95.6%</a:t>
            </a: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22C2C060-4279-E8E5-302D-3890E71A88BD}"/>
              </a:ext>
            </a:extLst>
          </p:cNvPr>
          <p:cNvSpPr txBox="1"/>
          <p:nvPr/>
        </p:nvSpPr>
        <p:spPr>
          <a:xfrm>
            <a:off x="5354918" y="4174361"/>
            <a:ext cx="1141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88.4%</a:t>
            </a: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34C30C87-5AF3-CF6B-81E9-FD8CB444D2A9}"/>
              </a:ext>
            </a:extLst>
          </p:cNvPr>
          <p:cNvSpPr txBox="1"/>
          <p:nvPr/>
        </p:nvSpPr>
        <p:spPr>
          <a:xfrm>
            <a:off x="5354918" y="4683205"/>
            <a:ext cx="114150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latin typeface="Calibri"/>
                <a:ea typeface="Calibri"/>
                <a:cs typeface="Calibri"/>
              </a:rPr>
              <a:t>94.7%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36A73F1-D84D-2F87-646A-7DA293C43B95}"/>
              </a:ext>
            </a:extLst>
          </p:cNvPr>
          <p:cNvSpPr txBox="1"/>
          <p:nvPr/>
        </p:nvSpPr>
        <p:spPr>
          <a:xfrm>
            <a:off x="8069543" y="3643410"/>
            <a:ext cx="1141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95.6%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9D4D5B1-29D4-EE87-E570-7034CB93F283}"/>
              </a:ext>
            </a:extLst>
          </p:cNvPr>
          <p:cNvSpPr txBox="1"/>
          <p:nvPr/>
        </p:nvSpPr>
        <p:spPr>
          <a:xfrm>
            <a:off x="8069543" y="4182093"/>
            <a:ext cx="1141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91.1%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4597EB0-0A81-8F4E-6A8B-A1019F17CD41}"/>
              </a:ext>
            </a:extLst>
          </p:cNvPr>
          <p:cNvSpPr txBox="1"/>
          <p:nvPr/>
        </p:nvSpPr>
        <p:spPr>
          <a:xfrm>
            <a:off x="2210067" y="5551262"/>
            <a:ext cx="8291015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 rtl="0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Partial fine-tuning (layer4 only) was used to prevent overfitting.</a:t>
            </a:r>
          </a:p>
          <a:p>
            <a:pPr algn="l" rtl="0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its larger capacity, ResNet50 adapts more strongly to synthetic data, which may slightly reduce generalization compared to ResNet18.</a:t>
            </a:r>
          </a:p>
        </p:txBody>
      </p:sp>
    </p:spTree>
    <p:extLst>
      <p:ext uri="{BB962C8B-B14F-4D97-AF65-F5344CB8AC3E}">
        <p14:creationId xmlns:p14="http://schemas.microsoft.com/office/powerpoint/2010/main" val="1201566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B727C-BB52-5012-B837-B42B1E1B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44A00C2-4C29-7FE8-16AC-01E2C2EC2ED9}"/>
              </a:ext>
            </a:extLst>
          </p:cNvPr>
          <p:cNvSpPr txBox="1"/>
          <p:nvPr/>
        </p:nvSpPr>
        <p:spPr>
          <a:xfrm>
            <a:off x="707572" y="1043731"/>
            <a:ext cx="581873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  <a:p>
            <a:pPr algn="l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Clear synthetic → real domain gap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Augmentations improve generalization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Fine-tuning significantly outperforms linear probe</a:t>
            </a:r>
          </a:p>
          <a:p>
            <a:pPr algn="l"/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Very small real-world dataset (~45 images)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Synthetic data does not fully capture real variability</a:t>
            </a:r>
          </a:p>
          <a:p>
            <a:pPr algn="l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3A1B62-F374-D65E-3A67-1909E3CA4A15}"/>
              </a:ext>
            </a:extLst>
          </p:cNvPr>
          <p:cNvSpPr txBox="1"/>
          <p:nvPr/>
        </p:nvSpPr>
        <p:spPr>
          <a:xfrm>
            <a:off x="6893432" y="1043731"/>
            <a:ext cx="42345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  <a:p>
            <a:pPr algn="l"/>
            <a:r>
              <a:rPr lang="en-US"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System-level:</a:t>
            </a:r>
          </a:p>
          <a:p>
            <a:pPr algn="l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Plate state tracking over time</a:t>
            </a:r>
          </a:p>
          <a:p>
            <a:pPr algn="l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Waiter decision support system</a:t>
            </a:r>
          </a:p>
          <a:p>
            <a:pPr algn="l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Multi-table scene understanding</a:t>
            </a:r>
          </a:p>
          <a:p>
            <a:pPr algn="l"/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ML:</a:t>
            </a:r>
          </a:p>
          <a:p>
            <a:pPr algn="l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Improve augmentation realism</a:t>
            </a:r>
          </a:p>
          <a:p>
            <a:pPr algn="l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Combine models </a:t>
            </a:r>
          </a:p>
          <a:p>
            <a:pPr algn="l"/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Explore self-supervised models (e.g., DINO)</a:t>
            </a:r>
          </a:p>
        </p:txBody>
      </p:sp>
    </p:spTree>
    <p:extLst>
      <p:ext uri="{BB962C8B-B14F-4D97-AF65-F5344CB8AC3E}">
        <p14:creationId xmlns:p14="http://schemas.microsoft.com/office/powerpoint/2010/main" val="188335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6E58-B556-6820-450A-305E0D0A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3" y="691697"/>
            <a:ext cx="10515600" cy="1325563"/>
          </a:xfrm>
        </p:spPr>
        <p:txBody>
          <a:bodyPr/>
          <a:lstStyle/>
          <a:p>
            <a:pPr algn="l" rtl="0"/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listening!!</a:t>
            </a:r>
            <a:endParaRPr lang="en-IL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‪And Thank Y'all For Listening - Thank You With Animation - Free Transparent  PNG Clipart Images Download‬‏">
            <a:extLst>
              <a:ext uri="{FF2B5EF4-FFF2-40B4-BE49-F238E27FC236}">
                <a16:creationId xmlns:a16="http://schemas.microsoft.com/office/drawing/2014/main" id="{3669EE88-48C4-C191-A6ED-7F190D29E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118969" y="2282541"/>
            <a:ext cx="7954061" cy="279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3528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206</Words>
  <Application>Microsoft Office PowerPoint</Application>
  <PresentationFormat>מסך רחב</PresentationFormat>
  <Paragraphs>61</Paragraphs>
  <Slides>10</Slides>
  <Notes>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Thank you for listening!!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Avital Skop</dc:creator>
  <cp:lastModifiedBy>Avital Skop</cp:lastModifiedBy>
  <cp:revision>20</cp:revision>
  <dcterms:created xsi:type="dcterms:W3CDTF">2026-06-29T20:59:27Z</dcterms:created>
  <dcterms:modified xsi:type="dcterms:W3CDTF">2026-07-13T11:37:53Z</dcterms:modified>
</cp:coreProperties>
</file>