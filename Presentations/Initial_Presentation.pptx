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263" r:id="rId4"/>
    <p:sldId id="259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535D"/>
    <a:srgbClr val="608665"/>
    <a:srgbClr val="DFE9E0"/>
    <a:srgbClr val="A9C2AC"/>
    <a:srgbClr val="D0D5DA"/>
    <a:srgbClr val="738E78"/>
    <a:srgbClr val="F4F5EF"/>
    <a:srgbClr val="749C79"/>
    <a:srgbClr val="A6BFA9"/>
    <a:srgbClr val="8C98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13B4D-41FE-3C18-AE69-78A9C9AFE8A7}" v="6" dt="2026-05-12T06:34:53.988"/>
    <p1510:client id="{7A6DAEB9-19DB-4B3B-BEFC-ECC5246E5858}" v="120" dt="2026-05-11T22:20:09.444"/>
    <p1510:client id="{BD3532DF-F1B7-F71D-550B-0AF0BB1517FE}" v="1" dt="2026-05-11T15:23:19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8" d="100"/>
          <a:sy n="88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tal Skop" userId="S::avital.skop@live.biu.ac.il::932fea03-23b3-43e3-bef8-ff6b9881c608" providerId="AD" clId="Web-{BD3532DF-F1B7-F71D-550B-0AF0BB1517FE}"/>
    <pc:docChg chg="delSld">
      <pc:chgData name="Avital Skop" userId="S::avital.skop@live.biu.ac.il::932fea03-23b3-43e3-bef8-ff6b9881c608" providerId="AD" clId="Web-{BD3532DF-F1B7-F71D-550B-0AF0BB1517FE}" dt="2026-05-11T15:23:19.724" v="0"/>
      <pc:docMkLst>
        <pc:docMk/>
      </pc:docMkLst>
      <pc:sldChg chg="del">
        <pc:chgData name="Avital Skop" userId="S::avital.skop@live.biu.ac.il::932fea03-23b3-43e3-bef8-ff6b9881c608" providerId="AD" clId="Web-{BD3532DF-F1B7-F71D-550B-0AF0BB1517FE}" dt="2026-05-11T15:23:19.724" v="0"/>
        <pc:sldMkLst>
          <pc:docMk/>
          <pc:sldMk cId="484880274" sldId="256"/>
        </pc:sldMkLst>
      </pc:sldChg>
    </pc:docChg>
  </pc:docChgLst>
  <pc:docChgLst>
    <pc:chgData name="Yarden Gottreich" userId="S::yarden.gottreich@live.biu.ac.il::3b5faecc-eda4-4027-99cc-6ef6b3f1f05e" providerId="AD" clId="Web-{1EB13B4D-41FE-3C18-AE69-78A9C9AFE8A7}"/>
    <pc:docChg chg="modSld">
      <pc:chgData name="Yarden Gottreich" userId="S::yarden.gottreich@live.biu.ac.il::3b5faecc-eda4-4027-99cc-6ef6b3f1f05e" providerId="AD" clId="Web-{1EB13B4D-41FE-3C18-AE69-78A9C9AFE8A7}" dt="2026-05-12T06:34:53.988" v="4"/>
      <pc:docMkLst>
        <pc:docMk/>
      </pc:docMkLst>
      <pc:sldChg chg="modSp">
        <pc:chgData name="Yarden Gottreich" userId="S::yarden.gottreich@live.biu.ac.il::3b5faecc-eda4-4027-99cc-6ef6b3f1f05e" providerId="AD" clId="Web-{1EB13B4D-41FE-3C18-AE69-78A9C9AFE8A7}" dt="2026-05-12T06:34:53.988" v="4"/>
        <pc:sldMkLst>
          <pc:docMk/>
          <pc:sldMk cId="2228546822" sldId="263"/>
        </pc:sldMkLst>
        <pc:spChg chg="mod">
          <ac:chgData name="Yarden Gottreich" userId="S::yarden.gottreich@live.biu.ac.il::3b5faecc-eda4-4027-99cc-6ef6b3f1f05e" providerId="AD" clId="Web-{1EB13B4D-41FE-3C18-AE69-78A9C9AFE8A7}" dt="2026-05-12T06:34:53.988" v="4"/>
          <ac:spMkLst>
            <pc:docMk/>
            <pc:sldMk cId="2228546822" sldId="263"/>
            <ac:spMk id="19" creationId="{D91FD849-E243-DD7F-8C41-C9D82C66E438}"/>
          </ac:spMkLst>
        </pc:spChg>
        <pc:picChg chg="mod">
          <ac:chgData name="Yarden Gottreich" userId="S::yarden.gottreich@live.biu.ac.il::3b5faecc-eda4-4027-99cc-6ef6b3f1f05e" providerId="AD" clId="Web-{1EB13B4D-41FE-3C18-AE69-78A9C9AFE8A7}" dt="2026-05-12T06:34:32.941" v="3" actId="1076"/>
          <ac:picMkLst>
            <pc:docMk/>
            <pc:sldMk cId="2228546822" sldId="263"/>
            <ac:picMk id="9" creationId="{41B58F36-8D52-1D2E-9A2F-E2179FD76974}"/>
          </ac:picMkLst>
        </pc:picChg>
      </pc:sldChg>
    </pc:docChg>
  </pc:docChgLst>
  <pc:docChgLst>
    <pc:chgData name="Avital Skop" userId="932fea03-23b3-43e3-bef8-ff6b9881c608" providerId="ADAL" clId="{B2908CEE-9237-4D68-BD34-FB1BF8116763}"/>
    <pc:docChg chg="undo custSel modSld">
      <pc:chgData name="Avital Skop" userId="932fea03-23b3-43e3-bef8-ff6b9881c608" providerId="ADAL" clId="{B2908CEE-9237-4D68-BD34-FB1BF8116763}" dt="2026-05-11T22:34:05.730" v="813" actId="1076"/>
      <pc:docMkLst>
        <pc:docMk/>
      </pc:docMkLst>
      <pc:sldChg chg="addSp delSp modSp mod">
        <pc:chgData name="Avital Skop" userId="932fea03-23b3-43e3-bef8-ff6b9881c608" providerId="ADAL" clId="{B2908CEE-9237-4D68-BD34-FB1BF8116763}" dt="2026-05-11T22:14:22.038" v="755" actId="164"/>
        <pc:sldMkLst>
          <pc:docMk/>
          <pc:sldMk cId="1424850392" sldId="257"/>
        </pc:sldMkLst>
        <pc:spChg chg="mod">
          <ac:chgData name="Avital Skop" userId="932fea03-23b3-43e3-bef8-ff6b9881c608" providerId="ADAL" clId="{B2908CEE-9237-4D68-BD34-FB1BF8116763}" dt="2026-05-11T21:35:34.378" v="705" actId="1076"/>
          <ac:spMkLst>
            <pc:docMk/>
            <pc:sldMk cId="1424850392" sldId="257"/>
            <ac:spMk id="2" creationId="{598E82EA-08D0-D2C0-A34A-2CCF50B408BA}"/>
          </ac:spMkLst>
        </pc:spChg>
        <pc:spChg chg="mod">
          <ac:chgData name="Avital Skop" userId="932fea03-23b3-43e3-bef8-ff6b9881c608" providerId="ADAL" clId="{B2908CEE-9237-4D68-BD34-FB1BF8116763}" dt="2026-05-11T16:42:22.665" v="115" actId="2711"/>
          <ac:spMkLst>
            <pc:docMk/>
            <pc:sldMk cId="1424850392" sldId="257"/>
            <ac:spMk id="3" creationId="{572B4DF3-C774-4A50-8203-E78A651ABBF2}"/>
          </ac:spMkLst>
        </pc:spChg>
        <pc:grpChg chg="add mod">
          <ac:chgData name="Avital Skop" userId="932fea03-23b3-43e3-bef8-ff6b9881c608" providerId="ADAL" clId="{B2908CEE-9237-4D68-BD34-FB1BF8116763}" dt="2026-05-11T22:14:22.038" v="755" actId="164"/>
          <ac:grpSpMkLst>
            <pc:docMk/>
            <pc:sldMk cId="1424850392" sldId="257"/>
            <ac:grpSpMk id="15" creationId="{4D618908-FB51-33C0-3262-708ED2F9B23A}"/>
          </ac:grpSpMkLst>
        </pc:grpChg>
        <pc:picChg chg="add mod">
          <ac:chgData name="Avital Skop" userId="932fea03-23b3-43e3-bef8-ff6b9881c608" providerId="ADAL" clId="{B2908CEE-9237-4D68-BD34-FB1BF8116763}" dt="2026-05-11T16:41:13.775" v="71" actId="1076"/>
          <ac:picMkLst>
            <pc:docMk/>
            <pc:sldMk cId="1424850392" sldId="257"/>
            <ac:picMk id="5" creationId="{41076988-A264-8177-D5E7-25A8522469A2}"/>
          </ac:picMkLst>
        </pc:picChg>
        <pc:cxnChg chg="add mod">
          <ac:chgData name="Avital Skop" userId="932fea03-23b3-43e3-bef8-ff6b9881c608" providerId="ADAL" clId="{B2908CEE-9237-4D68-BD34-FB1BF8116763}" dt="2026-05-11T22:14:22.038" v="755" actId="164"/>
          <ac:cxnSpMkLst>
            <pc:docMk/>
            <pc:sldMk cId="1424850392" sldId="257"/>
            <ac:cxnSpMk id="6" creationId="{3517569D-A8FD-49CC-DA07-B89F1053ABC6}"/>
          </ac:cxnSpMkLst>
        </pc:cxnChg>
        <pc:cxnChg chg="add mod">
          <ac:chgData name="Avital Skop" userId="932fea03-23b3-43e3-bef8-ff6b9881c608" providerId="ADAL" clId="{B2908CEE-9237-4D68-BD34-FB1BF8116763}" dt="2026-05-11T22:14:22.038" v="755" actId="164"/>
          <ac:cxnSpMkLst>
            <pc:docMk/>
            <pc:sldMk cId="1424850392" sldId="257"/>
            <ac:cxnSpMk id="7" creationId="{A05F2F7B-794F-CD77-56F5-B4997E9F893F}"/>
          </ac:cxnSpMkLst>
        </pc:cxnChg>
        <pc:cxnChg chg="add del">
          <ac:chgData name="Avital Skop" userId="932fea03-23b3-43e3-bef8-ff6b9881c608" providerId="ADAL" clId="{B2908CEE-9237-4D68-BD34-FB1BF8116763}" dt="2026-05-11T21:27:47.430" v="642" actId="11529"/>
          <ac:cxnSpMkLst>
            <pc:docMk/>
            <pc:sldMk cId="1424850392" sldId="257"/>
            <ac:cxnSpMk id="9" creationId="{B1235602-7966-5D0B-606B-6247384E3A6E}"/>
          </ac:cxnSpMkLst>
        </pc:cxnChg>
        <pc:cxnChg chg="add mod">
          <ac:chgData name="Avital Skop" userId="932fea03-23b3-43e3-bef8-ff6b9881c608" providerId="ADAL" clId="{B2908CEE-9237-4D68-BD34-FB1BF8116763}" dt="2026-05-11T22:14:22.038" v="755" actId="164"/>
          <ac:cxnSpMkLst>
            <pc:docMk/>
            <pc:sldMk cId="1424850392" sldId="257"/>
            <ac:cxnSpMk id="11" creationId="{DD6E35DA-AB41-6B58-07E2-0F7AD10E652B}"/>
          </ac:cxnSpMkLst>
        </pc:cxnChg>
        <pc:cxnChg chg="add mod">
          <ac:chgData name="Avital Skop" userId="932fea03-23b3-43e3-bef8-ff6b9881c608" providerId="ADAL" clId="{B2908CEE-9237-4D68-BD34-FB1BF8116763}" dt="2026-05-11T22:14:22.038" v="755" actId="164"/>
          <ac:cxnSpMkLst>
            <pc:docMk/>
            <pc:sldMk cId="1424850392" sldId="257"/>
            <ac:cxnSpMk id="12" creationId="{48823864-1E9E-1EC1-A429-5A0786F0377C}"/>
          </ac:cxnSpMkLst>
        </pc:cxnChg>
      </pc:sldChg>
      <pc:sldChg chg="addSp modSp mod">
        <pc:chgData name="Avital Skop" userId="932fea03-23b3-43e3-bef8-ff6b9881c608" providerId="ADAL" clId="{B2908CEE-9237-4D68-BD34-FB1BF8116763}" dt="2026-05-11T22:19:40.987" v="796" actId="1076"/>
        <pc:sldMkLst>
          <pc:docMk/>
          <pc:sldMk cId="3225696804" sldId="258"/>
        </pc:sldMkLst>
        <pc:spChg chg="mod">
          <ac:chgData name="Avital Skop" userId="932fea03-23b3-43e3-bef8-ff6b9881c608" providerId="ADAL" clId="{B2908CEE-9237-4D68-BD34-FB1BF8116763}" dt="2026-05-11T22:19:40.987" v="796" actId="1076"/>
          <ac:spMkLst>
            <pc:docMk/>
            <pc:sldMk cId="3225696804" sldId="258"/>
            <ac:spMk id="2" creationId="{F67A5F1A-7986-A81A-F61A-8383905233C1}"/>
          </ac:spMkLst>
        </pc:spChg>
        <pc:spChg chg="mod">
          <ac:chgData name="Avital Skop" userId="932fea03-23b3-43e3-bef8-ff6b9881c608" providerId="ADAL" clId="{B2908CEE-9237-4D68-BD34-FB1BF8116763}" dt="2026-05-11T22:14:37.892" v="756" actId="164"/>
          <ac:spMkLst>
            <pc:docMk/>
            <pc:sldMk cId="3225696804" sldId="258"/>
            <ac:spMk id="3" creationId="{585A3F75-08C9-D28E-5C20-41CA2ED931F2}"/>
          </ac:spMkLst>
        </pc:spChg>
        <pc:spChg chg="mod">
          <ac:chgData name="Avital Skop" userId="932fea03-23b3-43e3-bef8-ff6b9881c608" providerId="ADAL" clId="{B2908CEE-9237-4D68-BD34-FB1BF8116763}" dt="2026-05-11T22:19:11.317" v="790" actId="1076"/>
          <ac:spMkLst>
            <pc:docMk/>
            <pc:sldMk cId="3225696804" sldId="258"/>
            <ac:spMk id="4" creationId="{0C320E63-39BE-7729-57FE-BB1CE4068617}"/>
          </ac:spMkLst>
        </pc:spChg>
        <pc:spChg chg="mod">
          <ac:chgData name="Avital Skop" userId="932fea03-23b3-43e3-bef8-ff6b9881c608" providerId="ADAL" clId="{B2908CEE-9237-4D68-BD34-FB1BF8116763}" dt="2026-05-11T22:14:42.796" v="757" actId="164"/>
          <ac:spMkLst>
            <pc:docMk/>
            <pc:sldMk cId="3225696804" sldId="258"/>
            <ac:spMk id="5" creationId="{6C505D51-ECFE-3EBD-F9C2-C5532421DF9B}"/>
          </ac:spMkLst>
        </pc:spChg>
        <pc:spChg chg="mod">
          <ac:chgData name="Avital Skop" userId="932fea03-23b3-43e3-bef8-ff6b9881c608" providerId="ADAL" clId="{B2908CEE-9237-4D68-BD34-FB1BF8116763}" dt="2026-05-11T22:15:03.212" v="761" actId="164"/>
          <ac:spMkLst>
            <pc:docMk/>
            <pc:sldMk cId="3225696804" sldId="258"/>
            <ac:spMk id="6" creationId="{118D31B9-A5FE-0427-98A5-F255FBAA6F35}"/>
          </ac:spMkLst>
        </pc:spChg>
        <pc:grpChg chg="add mod ord">
          <ac:chgData name="Avital Skop" userId="932fea03-23b3-43e3-bef8-ff6b9881c608" providerId="ADAL" clId="{B2908CEE-9237-4D68-BD34-FB1BF8116763}" dt="2026-05-11T22:18:52.743" v="787" actId="1076"/>
          <ac:grpSpMkLst>
            <pc:docMk/>
            <pc:sldMk cId="3225696804" sldId="258"/>
            <ac:grpSpMk id="7" creationId="{25F95CA7-4697-7942-68CC-587BFFAEB23F}"/>
          </ac:grpSpMkLst>
        </pc:grpChg>
        <pc:grpChg chg="add mod ord">
          <ac:chgData name="Avital Skop" userId="932fea03-23b3-43e3-bef8-ff6b9881c608" providerId="ADAL" clId="{B2908CEE-9237-4D68-BD34-FB1BF8116763}" dt="2026-05-11T22:19:01.348" v="788" actId="1076"/>
          <ac:grpSpMkLst>
            <pc:docMk/>
            <pc:sldMk cId="3225696804" sldId="258"/>
            <ac:grpSpMk id="9" creationId="{FAF05D2E-F4C8-39BC-26AD-0FC72D01C5CA}"/>
          </ac:grpSpMkLst>
        </pc:grpChg>
        <pc:grpChg chg="add mod">
          <ac:chgData name="Avital Skop" userId="932fea03-23b3-43e3-bef8-ff6b9881c608" providerId="ADAL" clId="{B2908CEE-9237-4D68-BD34-FB1BF8116763}" dt="2026-05-11T22:19:06.797" v="789" actId="1076"/>
          <ac:grpSpMkLst>
            <pc:docMk/>
            <pc:sldMk cId="3225696804" sldId="258"/>
            <ac:grpSpMk id="11" creationId="{5F7EFE26-6F56-B898-1355-AC65B8379638}"/>
          </ac:grpSpMkLst>
        </pc:grpChg>
        <pc:grpChg chg="add mod">
          <ac:chgData name="Avital Skop" userId="932fea03-23b3-43e3-bef8-ff6b9881c608" providerId="ADAL" clId="{B2908CEE-9237-4D68-BD34-FB1BF8116763}" dt="2026-05-11T22:19:15.401" v="791" actId="1076"/>
          <ac:grpSpMkLst>
            <pc:docMk/>
            <pc:sldMk cId="3225696804" sldId="258"/>
            <ac:grpSpMk id="13" creationId="{C87E1E67-9795-E676-3091-48041A381E29}"/>
          </ac:grpSpMkLst>
        </pc:grpChg>
        <pc:grpChg chg="add mod">
          <ac:chgData name="Avital Skop" userId="932fea03-23b3-43e3-bef8-ff6b9881c608" providerId="ADAL" clId="{B2908CEE-9237-4D68-BD34-FB1BF8116763}" dt="2026-05-11T22:18:31.340" v="782"/>
          <ac:grpSpMkLst>
            <pc:docMk/>
            <pc:sldMk cId="3225696804" sldId="258"/>
            <ac:grpSpMk id="15" creationId="{93FB6A10-41C1-D3CB-C086-3755DD8B7D3A}"/>
          </ac:grpSpMkLst>
        </pc:grpChg>
        <pc:picChg chg="add mod">
          <ac:chgData name="Avital Skop" userId="932fea03-23b3-43e3-bef8-ff6b9881c608" providerId="ADAL" clId="{B2908CEE-9237-4D68-BD34-FB1BF8116763}" dt="2026-05-11T22:14:42.796" v="757" actId="164"/>
          <ac:picMkLst>
            <pc:docMk/>
            <pc:sldMk cId="3225696804" sldId="258"/>
            <ac:picMk id="8" creationId="{C262938D-A085-9E83-F229-4EE2286DB3D2}"/>
          </ac:picMkLst>
        </pc:picChg>
        <pc:picChg chg="add mod">
          <ac:chgData name="Avital Skop" userId="932fea03-23b3-43e3-bef8-ff6b9881c608" providerId="ADAL" clId="{B2908CEE-9237-4D68-BD34-FB1BF8116763}" dt="2026-05-11T22:14:37.892" v="756" actId="164"/>
          <ac:picMkLst>
            <pc:docMk/>
            <pc:sldMk cId="3225696804" sldId="258"/>
            <ac:picMk id="10" creationId="{30D9BF31-A51F-C761-85DC-B773E6388F1D}"/>
          </ac:picMkLst>
        </pc:picChg>
        <pc:picChg chg="add mod">
          <ac:chgData name="Avital Skop" userId="932fea03-23b3-43e3-bef8-ff6b9881c608" providerId="ADAL" clId="{B2908CEE-9237-4D68-BD34-FB1BF8116763}" dt="2026-05-11T22:14:58.645" v="760" actId="164"/>
          <ac:picMkLst>
            <pc:docMk/>
            <pc:sldMk cId="3225696804" sldId="258"/>
            <ac:picMk id="12" creationId="{63E4A0E9-C132-70C4-6F10-DA9E739831F7}"/>
          </ac:picMkLst>
        </pc:picChg>
        <pc:picChg chg="add mod">
          <ac:chgData name="Avital Skop" userId="932fea03-23b3-43e3-bef8-ff6b9881c608" providerId="ADAL" clId="{B2908CEE-9237-4D68-BD34-FB1BF8116763}" dt="2026-05-11T22:15:03.212" v="761" actId="164"/>
          <ac:picMkLst>
            <pc:docMk/>
            <pc:sldMk cId="3225696804" sldId="258"/>
            <ac:picMk id="14" creationId="{7F7683D3-8E4F-CA88-E1B7-F88B4F13235C}"/>
          </ac:picMkLst>
        </pc:picChg>
        <pc:cxnChg chg="mod">
          <ac:chgData name="Avital Skop" userId="932fea03-23b3-43e3-bef8-ff6b9881c608" providerId="ADAL" clId="{B2908CEE-9237-4D68-BD34-FB1BF8116763}" dt="2026-05-11T22:19:31.358" v="793" actId="692"/>
          <ac:cxnSpMkLst>
            <pc:docMk/>
            <pc:sldMk cId="3225696804" sldId="258"/>
            <ac:cxnSpMk id="16" creationId="{7AFA1134-B412-876F-B16B-154C373BE81A}"/>
          </ac:cxnSpMkLst>
        </pc:cxnChg>
        <pc:cxnChg chg="mod ord">
          <ac:chgData name="Avital Skop" userId="932fea03-23b3-43e3-bef8-ff6b9881c608" providerId="ADAL" clId="{B2908CEE-9237-4D68-BD34-FB1BF8116763}" dt="2026-05-11T22:19:36.811" v="795" actId="692"/>
          <ac:cxnSpMkLst>
            <pc:docMk/>
            <pc:sldMk cId="3225696804" sldId="258"/>
            <ac:cxnSpMk id="17" creationId="{B237E4C3-D7AD-8629-013A-9E533503C650}"/>
          </ac:cxnSpMkLst>
        </pc:cxnChg>
        <pc:cxnChg chg="mod">
          <ac:chgData name="Avital Skop" userId="932fea03-23b3-43e3-bef8-ff6b9881c608" providerId="ADAL" clId="{B2908CEE-9237-4D68-BD34-FB1BF8116763}" dt="2026-05-11T22:19:24.574" v="792" actId="692"/>
          <ac:cxnSpMkLst>
            <pc:docMk/>
            <pc:sldMk cId="3225696804" sldId="258"/>
            <ac:cxnSpMk id="18" creationId="{8DB12C48-00A8-495A-D46A-4C9AA41C1BD7}"/>
          </ac:cxnSpMkLst>
        </pc:cxnChg>
        <pc:cxnChg chg="mod">
          <ac:chgData name="Avital Skop" userId="932fea03-23b3-43e3-bef8-ff6b9881c608" providerId="ADAL" clId="{B2908CEE-9237-4D68-BD34-FB1BF8116763}" dt="2026-05-11T22:19:34.426" v="794" actId="692"/>
          <ac:cxnSpMkLst>
            <pc:docMk/>
            <pc:sldMk cId="3225696804" sldId="258"/>
            <ac:cxnSpMk id="19" creationId="{73464F8A-8C5A-74E2-0D9A-137709194083}"/>
          </ac:cxnSpMkLst>
        </pc:cxnChg>
      </pc:sldChg>
      <pc:sldChg chg="addSp delSp modSp mod">
        <pc:chgData name="Avital Skop" userId="932fea03-23b3-43e3-bef8-ff6b9881c608" providerId="ADAL" clId="{B2908CEE-9237-4D68-BD34-FB1BF8116763}" dt="2026-05-11T22:18:08.852" v="780"/>
        <pc:sldMkLst>
          <pc:docMk/>
          <pc:sldMk cId="73991835" sldId="259"/>
        </pc:sldMkLst>
        <pc:spChg chg="add mod">
          <ac:chgData name="Avital Skop" userId="932fea03-23b3-43e3-bef8-ff6b9881c608" providerId="ADAL" clId="{B2908CEE-9237-4D68-BD34-FB1BF8116763}" dt="2026-05-11T22:16:09.001" v="768" actId="164"/>
          <ac:spMkLst>
            <pc:docMk/>
            <pc:sldMk cId="73991835" sldId="259"/>
            <ac:spMk id="2" creationId="{D0EE9BA4-E861-F844-97D0-DF2114C0A3FE}"/>
          </ac:spMkLst>
        </pc:spChg>
        <pc:spChg chg="mod">
          <ac:chgData name="Avital Skop" userId="932fea03-23b3-43e3-bef8-ff6b9881c608" providerId="ADAL" clId="{B2908CEE-9237-4D68-BD34-FB1BF8116763}" dt="2026-05-11T21:57:55.814" v="738" actId="1076"/>
          <ac:spMkLst>
            <pc:docMk/>
            <pc:sldMk cId="73991835" sldId="259"/>
            <ac:spMk id="3" creationId="{09273810-20AC-23A0-1EF9-174B754E37A9}"/>
          </ac:spMkLst>
        </pc:spChg>
        <pc:spChg chg="mod">
          <ac:chgData name="Avital Skop" userId="932fea03-23b3-43e3-bef8-ff6b9881c608" providerId="ADAL" clId="{B2908CEE-9237-4D68-BD34-FB1BF8116763}" dt="2026-05-11T22:16:09.001" v="768" actId="164"/>
          <ac:spMkLst>
            <pc:docMk/>
            <pc:sldMk cId="73991835" sldId="259"/>
            <ac:spMk id="5" creationId="{C1DF0BBB-37C6-4031-C953-DC4BF9B4F02D}"/>
          </ac:spMkLst>
        </pc:spChg>
        <pc:spChg chg="add mod">
          <ac:chgData name="Avital Skop" userId="932fea03-23b3-43e3-bef8-ff6b9881c608" providerId="ADAL" clId="{B2908CEE-9237-4D68-BD34-FB1BF8116763}" dt="2026-05-11T16:54:50.984" v="590" actId="208"/>
          <ac:spMkLst>
            <pc:docMk/>
            <pc:sldMk cId="73991835" sldId="259"/>
            <ac:spMk id="6" creationId="{01B14A80-76CD-9530-50B5-038BAC159F18}"/>
          </ac:spMkLst>
        </pc:spChg>
        <pc:spChg chg="mod">
          <ac:chgData name="Avital Skop" userId="932fea03-23b3-43e3-bef8-ff6b9881c608" providerId="ADAL" clId="{B2908CEE-9237-4D68-BD34-FB1BF8116763}" dt="2026-05-11T22:16:05.166" v="767" actId="164"/>
          <ac:spMkLst>
            <pc:docMk/>
            <pc:sldMk cId="73991835" sldId="259"/>
            <ac:spMk id="7" creationId="{6F6E7966-1342-EC00-A5E9-1B3D426EB640}"/>
          </ac:spMkLst>
        </pc:spChg>
        <pc:spChg chg="mod">
          <ac:chgData name="Avital Skop" userId="932fea03-23b3-43e3-bef8-ff6b9881c608" providerId="ADAL" clId="{B2908CEE-9237-4D68-BD34-FB1BF8116763}" dt="2026-05-11T16:50:18.494" v="498" actId="164"/>
          <ac:spMkLst>
            <pc:docMk/>
            <pc:sldMk cId="73991835" sldId="259"/>
            <ac:spMk id="8" creationId="{140C878A-05EC-1096-7BEC-DFA10EB84F11}"/>
          </ac:spMkLst>
        </pc:spChg>
        <pc:spChg chg="mod">
          <ac:chgData name="Avital Skop" userId="932fea03-23b3-43e3-bef8-ff6b9881c608" providerId="ADAL" clId="{B2908CEE-9237-4D68-BD34-FB1BF8116763}" dt="2026-05-11T16:54:50.984" v="590" actId="208"/>
          <ac:spMkLst>
            <pc:docMk/>
            <pc:sldMk cId="73991835" sldId="259"/>
            <ac:spMk id="9" creationId="{22CC1D74-A404-8252-D44A-11351515DD61}"/>
          </ac:spMkLst>
        </pc:spChg>
        <pc:spChg chg="mod">
          <ac:chgData name="Avital Skop" userId="932fea03-23b3-43e3-bef8-ff6b9881c608" providerId="ADAL" clId="{B2908CEE-9237-4D68-BD34-FB1BF8116763}" dt="2026-05-11T16:50:36.635" v="500" actId="164"/>
          <ac:spMkLst>
            <pc:docMk/>
            <pc:sldMk cId="73991835" sldId="259"/>
            <ac:spMk id="10" creationId="{321946F7-D8ED-92D8-1230-DF3105A2C875}"/>
          </ac:spMkLst>
        </pc:spChg>
        <pc:spChg chg="mod">
          <ac:chgData name="Avital Skop" userId="932fea03-23b3-43e3-bef8-ff6b9881c608" providerId="ADAL" clId="{B2908CEE-9237-4D68-BD34-FB1BF8116763}" dt="2026-05-11T16:50:40.613" v="501" actId="164"/>
          <ac:spMkLst>
            <pc:docMk/>
            <pc:sldMk cId="73991835" sldId="259"/>
            <ac:spMk id="11" creationId="{1667A51A-3AF8-EF6E-7421-66399CAC9169}"/>
          </ac:spMkLst>
        </pc:spChg>
        <pc:spChg chg="add mod">
          <ac:chgData name="Avital Skop" userId="932fea03-23b3-43e3-bef8-ff6b9881c608" providerId="ADAL" clId="{B2908CEE-9237-4D68-BD34-FB1BF8116763}" dt="2026-05-11T22:16:12.952" v="769" actId="164"/>
          <ac:spMkLst>
            <pc:docMk/>
            <pc:sldMk cId="73991835" sldId="259"/>
            <ac:spMk id="12" creationId="{94461C90-D5CB-1658-2E93-F39E8202C371}"/>
          </ac:spMkLst>
        </pc:spChg>
        <pc:spChg chg="add del mod">
          <ac:chgData name="Avital Skop" userId="932fea03-23b3-43e3-bef8-ff6b9881c608" providerId="ADAL" clId="{B2908CEE-9237-4D68-BD34-FB1BF8116763}" dt="2026-05-11T16:49:02.583" v="360" actId="478"/>
          <ac:spMkLst>
            <pc:docMk/>
            <pc:sldMk cId="73991835" sldId="259"/>
            <ac:spMk id="15" creationId="{EBFC3C81-4F2E-FEE9-4605-6A707C6B896A}"/>
          </ac:spMkLst>
        </pc:spChg>
        <pc:spChg chg="add del mod">
          <ac:chgData name="Avital Skop" userId="932fea03-23b3-43e3-bef8-ff6b9881c608" providerId="ADAL" clId="{B2908CEE-9237-4D68-BD34-FB1BF8116763}" dt="2026-05-11T16:49:03.755" v="362" actId="478"/>
          <ac:spMkLst>
            <pc:docMk/>
            <pc:sldMk cId="73991835" sldId="259"/>
            <ac:spMk id="17" creationId="{FDE2E7B7-1EE0-94FD-6716-7A3CE1C78E19}"/>
          </ac:spMkLst>
        </pc:spChg>
        <pc:spChg chg="add del mod">
          <ac:chgData name="Avital Skop" userId="932fea03-23b3-43e3-bef8-ff6b9881c608" providerId="ADAL" clId="{B2908CEE-9237-4D68-BD34-FB1BF8116763}" dt="2026-05-11T16:49:03.297" v="361" actId="478"/>
          <ac:spMkLst>
            <pc:docMk/>
            <pc:sldMk cId="73991835" sldId="259"/>
            <ac:spMk id="18" creationId="{86169E9C-D615-E17C-8384-B228675EDDB1}"/>
          </ac:spMkLst>
        </pc:spChg>
        <pc:spChg chg="add del mod">
          <ac:chgData name="Avital Skop" userId="932fea03-23b3-43e3-bef8-ff6b9881c608" providerId="ADAL" clId="{B2908CEE-9237-4D68-BD34-FB1BF8116763}" dt="2026-05-11T16:48:50.032" v="357" actId="22"/>
          <ac:spMkLst>
            <pc:docMk/>
            <pc:sldMk cId="73991835" sldId="259"/>
            <ac:spMk id="20" creationId="{76367CCF-F9F6-35DF-0782-50143559FC17}"/>
          </ac:spMkLst>
        </pc:spChg>
        <pc:spChg chg="add mod">
          <ac:chgData name="Avital Skop" userId="932fea03-23b3-43e3-bef8-ff6b9881c608" providerId="ADAL" clId="{B2908CEE-9237-4D68-BD34-FB1BF8116763}" dt="2026-05-11T16:54:46.571" v="588" actId="208"/>
          <ac:spMkLst>
            <pc:docMk/>
            <pc:sldMk cId="73991835" sldId="259"/>
            <ac:spMk id="22" creationId="{07ACD8DB-7B3C-F506-1B61-EA87B59DCF5A}"/>
          </ac:spMkLst>
        </pc:spChg>
        <pc:spChg chg="add mod">
          <ac:chgData name="Avital Skop" userId="932fea03-23b3-43e3-bef8-ff6b9881c608" providerId="ADAL" clId="{B2908CEE-9237-4D68-BD34-FB1BF8116763}" dt="2026-05-11T16:50:36.635" v="500" actId="164"/>
          <ac:spMkLst>
            <pc:docMk/>
            <pc:sldMk cId="73991835" sldId="259"/>
            <ac:spMk id="23" creationId="{B8258BD4-7430-9EFC-57F6-4BB1D43DC964}"/>
          </ac:spMkLst>
        </pc:spChg>
        <pc:spChg chg="add mod">
          <ac:chgData name="Avital Skop" userId="932fea03-23b3-43e3-bef8-ff6b9881c608" providerId="ADAL" clId="{B2908CEE-9237-4D68-BD34-FB1BF8116763}" dt="2026-05-11T16:50:40.613" v="501" actId="164"/>
          <ac:spMkLst>
            <pc:docMk/>
            <pc:sldMk cId="73991835" sldId="259"/>
            <ac:spMk id="24" creationId="{20925DC3-860C-CE20-0BA5-C89ECF8D4A21}"/>
          </ac:spMkLst>
        </pc:spChg>
        <pc:spChg chg="mod">
          <ac:chgData name="Avital Skop" userId="932fea03-23b3-43e3-bef8-ff6b9881c608" providerId="ADAL" clId="{B2908CEE-9237-4D68-BD34-FB1BF8116763}" dt="2026-05-11T22:16:12.952" v="769" actId="164"/>
          <ac:spMkLst>
            <pc:docMk/>
            <pc:sldMk cId="73991835" sldId="259"/>
            <ac:spMk id="25" creationId="{031B489B-6D8B-663E-170C-93120FE5089C}"/>
          </ac:spMkLst>
        </pc:spChg>
        <pc:spChg chg="add mod">
          <ac:chgData name="Avital Skop" userId="932fea03-23b3-43e3-bef8-ff6b9881c608" providerId="ADAL" clId="{B2908CEE-9237-4D68-BD34-FB1BF8116763}" dt="2026-05-11T16:50:14.331" v="497" actId="571"/>
          <ac:spMkLst>
            <pc:docMk/>
            <pc:sldMk cId="73991835" sldId="259"/>
            <ac:spMk id="26" creationId="{DFDAFE03-594C-3F49-B9FF-141C2A194173}"/>
          </ac:spMkLst>
        </pc:spChg>
        <pc:spChg chg="add mod">
          <ac:chgData name="Avital Skop" userId="932fea03-23b3-43e3-bef8-ff6b9881c608" providerId="ADAL" clId="{B2908CEE-9237-4D68-BD34-FB1BF8116763}" dt="2026-05-11T16:50:14.331" v="497" actId="571"/>
          <ac:spMkLst>
            <pc:docMk/>
            <pc:sldMk cId="73991835" sldId="259"/>
            <ac:spMk id="27" creationId="{FAB6BB21-181D-E114-CAFE-E8843A549CCA}"/>
          </ac:spMkLst>
        </pc:spChg>
        <pc:spChg chg="add mod">
          <ac:chgData name="Avital Skop" userId="932fea03-23b3-43e3-bef8-ff6b9881c608" providerId="ADAL" clId="{B2908CEE-9237-4D68-BD34-FB1BF8116763}" dt="2026-05-11T22:15:58.250" v="766" actId="164"/>
          <ac:spMkLst>
            <pc:docMk/>
            <pc:sldMk cId="73991835" sldId="259"/>
            <ac:spMk id="32" creationId="{4BCEBB1C-E764-47B0-A54C-7EE55271E91A}"/>
          </ac:spMkLst>
        </pc:spChg>
        <pc:spChg chg="add del mod">
          <ac:chgData name="Avital Skop" userId="932fea03-23b3-43e3-bef8-ff6b9881c608" providerId="ADAL" clId="{B2908CEE-9237-4D68-BD34-FB1BF8116763}" dt="2026-05-11T16:51:34.451" v="515" actId="478"/>
          <ac:spMkLst>
            <pc:docMk/>
            <pc:sldMk cId="73991835" sldId="259"/>
            <ac:spMk id="33" creationId="{075FC48F-E0FF-D774-15E7-AE83C3657E71}"/>
          </ac:spMkLst>
        </pc:spChg>
        <pc:spChg chg="add mod">
          <ac:chgData name="Avital Skop" userId="932fea03-23b3-43e3-bef8-ff6b9881c608" providerId="ADAL" clId="{B2908CEE-9237-4D68-BD34-FB1BF8116763}" dt="2026-05-11T22:15:58.250" v="766" actId="164"/>
          <ac:spMkLst>
            <pc:docMk/>
            <pc:sldMk cId="73991835" sldId="259"/>
            <ac:spMk id="34" creationId="{BAE06D9D-A08A-D59D-A4EB-80293D57DFDF}"/>
          </ac:spMkLst>
        </pc:spChg>
        <pc:spChg chg="add mod">
          <ac:chgData name="Avital Skop" userId="932fea03-23b3-43e3-bef8-ff6b9881c608" providerId="ADAL" clId="{B2908CEE-9237-4D68-BD34-FB1BF8116763}" dt="2026-05-11T22:15:58.250" v="766" actId="164"/>
          <ac:spMkLst>
            <pc:docMk/>
            <pc:sldMk cId="73991835" sldId="259"/>
            <ac:spMk id="35" creationId="{D78F03E0-C5DE-BA78-94EE-09193C26B6DD}"/>
          </ac:spMkLst>
        </pc:spChg>
        <pc:grpChg chg="add mod">
          <ac:chgData name="Avital Skop" userId="932fea03-23b3-43e3-bef8-ff6b9881c608" providerId="ADAL" clId="{B2908CEE-9237-4D68-BD34-FB1BF8116763}" dt="2026-05-11T22:16:05.166" v="767" actId="164"/>
          <ac:grpSpMkLst>
            <pc:docMk/>
            <pc:sldMk cId="73991835" sldId="259"/>
            <ac:grpSpMk id="13" creationId="{78D39DAE-9C75-F665-F794-0AB140BF2F15}"/>
          </ac:grpSpMkLst>
        </pc:grpChg>
        <pc:grpChg chg="add mod">
          <ac:chgData name="Avital Skop" userId="932fea03-23b3-43e3-bef8-ff6b9881c608" providerId="ADAL" clId="{B2908CEE-9237-4D68-BD34-FB1BF8116763}" dt="2026-05-11T22:16:05.166" v="767" actId="164"/>
          <ac:grpSpMkLst>
            <pc:docMk/>
            <pc:sldMk cId="73991835" sldId="259"/>
            <ac:grpSpMk id="14" creationId="{2B9A9E0A-7908-C759-546B-593C0A77F59B}"/>
          </ac:grpSpMkLst>
        </pc:grpChg>
        <pc:grpChg chg="add mod">
          <ac:chgData name="Avital Skop" userId="932fea03-23b3-43e3-bef8-ff6b9881c608" providerId="ADAL" clId="{B2908CEE-9237-4D68-BD34-FB1BF8116763}" dt="2026-05-11T22:16:09.001" v="768" actId="164"/>
          <ac:grpSpMkLst>
            <pc:docMk/>
            <pc:sldMk cId="73991835" sldId="259"/>
            <ac:grpSpMk id="15" creationId="{9A8DAC0A-45B8-54EC-6D65-1008B5857AF9}"/>
          </ac:grpSpMkLst>
        </pc:grpChg>
        <pc:grpChg chg="add mod">
          <ac:chgData name="Avital Skop" userId="932fea03-23b3-43e3-bef8-ff6b9881c608" providerId="ADAL" clId="{B2908CEE-9237-4D68-BD34-FB1BF8116763}" dt="2026-05-11T22:16:12.952" v="769" actId="164"/>
          <ac:grpSpMkLst>
            <pc:docMk/>
            <pc:sldMk cId="73991835" sldId="259"/>
            <ac:grpSpMk id="16" creationId="{352AD22C-E250-1DEF-D9E6-30C09A2EF6C5}"/>
          </ac:grpSpMkLst>
        </pc:grpChg>
        <pc:grpChg chg="add mod">
          <ac:chgData name="Avital Skop" userId="932fea03-23b3-43e3-bef8-ff6b9881c608" providerId="ADAL" clId="{B2908CEE-9237-4D68-BD34-FB1BF8116763}" dt="2026-05-11T22:18:08.852" v="780"/>
          <ac:grpSpMkLst>
            <pc:docMk/>
            <pc:sldMk cId="73991835" sldId="259"/>
            <ac:grpSpMk id="17" creationId="{69438C21-E103-6E4B-407C-DBD181A12F8E}"/>
          </ac:grpSpMkLst>
        </pc:grpChg>
        <pc:grpChg chg="add mod">
          <ac:chgData name="Avital Skop" userId="932fea03-23b3-43e3-bef8-ff6b9881c608" providerId="ADAL" clId="{B2908CEE-9237-4D68-BD34-FB1BF8116763}" dt="2026-05-11T22:15:58.250" v="766" actId="164"/>
          <ac:grpSpMkLst>
            <pc:docMk/>
            <pc:sldMk cId="73991835" sldId="259"/>
            <ac:grpSpMk id="28" creationId="{54C15B1D-6A9D-B21E-E676-2FA5EF399C9F}"/>
          </ac:grpSpMkLst>
        </pc:grpChg>
        <pc:grpChg chg="add mod">
          <ac:chgData name="Avital Skop" userId="932fea03-23b3-43e3-bef8-ff6b9881c608" providerId="ADAL" clId="{B2908CEE-9237-4D68-BD34-FB1BF8116763}" dt="2026-05-11T22:15:58.250" v="766" actId="164"/>
          <ac:grpSpMkLst>
            <pc:docMk/>
            <pc:sldMk cId="73991835" sldId="259"/>
            <ac:grpSpMk id="29" creationId="{B30B82BA-A41A-A2C2-EE1F-32B868C37729}"/>
          </ac:grpSpMkLst>
        </pc:grpChg>
        <pc:grpChg chg="add mod">
          <ac:chgData name="Avital Skop" userId="932fea03-23b3-43e3-bef8-ff6b9881c608" providerId="ADAL" clId="{B2908CEE-9237-4D68-BD34-FB1BF8116763}" dt="2026-05-11T22:15:58.250" v="766" actId="164"/>
          <ac:grpSpMkLst>
            <pc:docMk/>
            <pc:sldMk cId="73991835" sldId="259"/>
            <ac:grpSpMk id="30" creationId="{D8F78F60-6428-257D-07B4-F5A867595402}"/>
          </ac:grpSpMkLst>
        </pc:grpChg>
        <pc:grpChg chg="add mod">
          <ac:chgData name="Avital Skop" userId="932fea03-23b3-43e3-bef8-ff6b9881c608" providerId="ADAL" clId="{B2908CEE-9237-4D68-BD34-FB1BF8116763}" dt="2026-05-11T22:15:58.250" v="766" actId="164"/>
          <ac:grpSpMkLst>
            <pc:docMk/>
            <pc:sldMk cId="73991835" sldId="259"/>
            <ac:grpSpMk id="31" creationId="{956A6045-8D69-3F31-7887-3C08BFC230AE}"/>
          </ac:grpSpMkLst>
        </pc:grpChg>
        <pc:cxnChg chg="add mod">
          <ac:chgData name="Avital Skop" userId="932fea03-23b3-43e3-bef8-ff6b9881c608" providerId="ADAL" clId="{B2908CEE-9237-4D68-BD34-FB1BF8116763}" dt="2026-05-11T21:30:15.249" v="668"/>
          <ac:cxnSpMkLst>
            <pc:docMk/>
            <pc:sldMk cId="73991835" sldId="259"/>
            <ac:cxnSpMk id="4" creationId="{C7DB3966-E31D-D265-E301-773265485C7C}"/>
          </ac:cxnSpMkLst>
        </pc:cxnChg>
        <pc:cxnChg chg="add mod">
          <ac:chgData name="Avital Skop" userId="932fea03-23b3-43e3-bef8-ff6b9881c608" providerId="ADAL" clId="{B2908CEE-9237-4D68-BD34-FB1BF8116763}" dt="2026-05-11T16:48:24.507" v="343"/>
          <ac:cxnSpMkLst>
            <pc:docMk/>
            <pc:sldMk cId="73991835" sldId="259"/>
            <ac:cxnSpMk id="12" creationId="{8D2CBC70-96BA-721B-6877-E182EF7D3B57}"/>
          </ac:cxnSpMkLst>
        </pc:cxnChg>
        <pc:cxnChg chg="del mod">
          <ac:chgData name="Avital Skop" userId="932fea03-23b3-43e3-bef8-ff6b9881c608" providerId="ADAL" clId="{B2908CEE-9237-4D68-BD34-FB1BF8116763}" dt="2026-05-11T16:49:07.787" v="364" actId="478"/>
          <ac:cxnSpMkLst>
            <pc:docMk/>
            <pc:sldMk cId="73991835" sldId="259"/>
            <ac:cxnSpMk id="13" creationId="{698DEF8D-3E2F-CE76-A822-F8F8E3582254}"/>
          </ac:cxnSpMkLst>
        </pc:cxnChg>
        <pc:cxnChg chg="del mod">
          <ac:chgData name="Avital Skop" userId="932fea03-23b3-43e3-bef8-ff6b9881c608" providerId="ADAL" clId="{B2908CEE-9237-4D68-BD34-FB1BF8116763}" dt="2026-05-11T16:49:48.013" v="382" actId="478"/>
          <ac:cxnSpMkLst>
            <pc:docMk/>
            <pc:sldMk cId="73991835" sldId="259"/>
            <ac:cxnSpMk id="14" creationId="{E52EE524-541E-D18B-A0B0-57B21B2738D8}"/>
          </ac:cxnSpMkLst>
        </pc:cxnChg>
        <pc:cxnChg chg="del mod">
          <ac:chgData name="Avital Skop" userId="932fea03-23b3-43e3-bef8-ff6b9881c608" providerId="ADAL" clId="{B2908CEE-9237-4D68-BD34-FB1BF8116763}" dt="2026-05-11T16:49:48.824" v="383" actId="478"/>
          <ac:cxnSpMkLst>
            <pc:docMk/>
            <pc:sldMk cId="73991835" sldId="259"/>
            <ac:cxnSpMk id="16" creationId="{1E5CE16C-8D15-7475-4881-236A50CBB9A3}"/>
          </ac:cxnSpMkLst>
        </pc:cxnChg>
        <pc:cxnChg chg="mod">
          <ac:chgData name="Avital Skop" userId="932fea03-23b3-43e3-bef8-ff6b9881c608" providerId="ADAL" clId="{B2908CEE-9237-4D68-BD34-FB1BF8116763}" dt="2026-05-11T22:18:08.852" v="780"/>
          <ac:cxnSpMkLst>
            <pc:docMk/>
            <pc:sldMk cId="73991835" sldId="259"/>
            <ac:cxnSpMk id="18" creationId="{D89971E6-636E-BA30-E84C-FD3554806745}"/>
          </ac:cxnSpMkLst>
        </pc:cxnChg>
        <pc:cxnChg chg="mod">
          <ac:chgData name="Avital Skop" userId="932fea03-23b3-43e3-bef8-ff6b9881c608" providerId="ADAL" clId="{B2908CEE-9237-4D68-BD34-FB1BF8116763}" dt="2026-05-11T22:18:08.852" v="780"/>
          <ac:cxnSpMkLst>
            <pc:docMk/>
            <pc:sldMk cId="73991835" sldId="259"/>
            <ac:cxnSpMk id="19" creationId="{17116F67-157F-B18E-6C24-2FF07CBA36D5}"/>
          </ac:cxnSpMkLst>
        </pc:cxnChg>
        <pc:cxnChg chg="mod">
          <ac:chgData name="Avital Skop" userId="932fea03-23b3-43e3-bef8-ff6b9881c608" providerId="ADAL" clId="{B2908CEE-9237-4D68-BD34-FB1BF8116763}" dt="2026-05-11T22:18:08.852" v="780"/>
          <ac:cxnSpMkLst>
            <pc:docMk/>
            <pc:sldMk cId="73991835" sldId="259"/>
            <ac:cxnSpMk id="20" creationId="{E5951341-3CB1-460F-D3CD-8394A59CEAD8}"/>
          </ac:cxnSpMkLst>
        </pc:cxnChg>
        <pc:cxnChg chg="mod">
          <ac:chgData name="Avital Skop" userId="932fea03-23b3-43e3-bef8-ff6b9881c608" providerId="ADAL" clId="{B2908CEE-9237-4D68-BD34-FB1BF8116763}" dt="2026-05-11T22:18:08.852" v="780"/>
          <ac:cxnSpMkLst>
            <pc:docMk/>
            <pc:sldMk cId="73991835" sldId="259"/>
            <ac:cxnSpMk id="21" creationId="{9F19A299-612C-C7EA-FF0F-23B6B31B3997}"/>
          </ac:cxnSpMkLst>
        </pc:cxnChg>
        <pc:cxnChg chg="add mod">
          <ac:chgData name="Avital Skop" userId="932fea03-23b3-43e3-bef8-ff6b9881c608" providerId="ADAL" clId="{B2908CEE-9237-4D68-BD34-FB1BF8116763}" dt="2026-05-11T16:54:25.671" v="586" actId="692"/>
          <ac:cxnSpMkLst>
            <pc:docMk/>
            <pc:sldMk cId="73991835" sldId="259"/>
            <ac:cxnSpMk id="37" creationId="{2502514E-F486-2AA9-A566-22161548A5D5}"/>
          </ac:cxnSpMkLst>
        </pc:cxnChg>
      </pc:sldChg>
      <pc:sldChg chg="addSp delSp modSp mod">
        <pc:chgData name="Avital Skop" userId="932fea03-23b3-43e3-bef8-ff6b9881c608" providerId="ADAL" clId="{B2908CEE-9237-4D68-BD34-FB1BF8116763}" dt="2026-05-11T22:15:47.594" v="765" actId="164"/>
        <pc:sldMkLst>
          <pc:docMk/>
          <pc:sldMk cId="2228546822" sldId="263"/>
        </pc:sldMkLst>
        <pc:spChg chg="add mod">
          <ac:chgData name="Avital Skop" userId="932fea03-23b3-43e3-bef8-ff6b9881c608" providerId="ADAL" clId="{B2908CEE-9237-4D68-BD34-FB1BF8116763}" dt="2026-05-11T22:15:31.884" v="763" actId="164"/>
          <ac:spMkLst>
            <pc:docMk/>
            <pc:sldMk cId="2228546822" sldId="263"/>
            <ac:spMk id="2" creationId="{831DD6AB-CAC0-D164-5097-3BDD02C9D617}"/>
          </ac:spMkLst>
        </pc:spChg>
        <pc:spChg chg="mod">
          <ac:chgData name="Avital Skop" userId="932fea03-23b3-43e3-bef8-ff6b9881c608" providerId="ADAL" clId="{B2908CEE-9237-4D68-BD34-FB1BF8116763}" dt="2026-05-11T21:57:51.988" v="737" actId="1076"/>
          <ac:spMkLst>
            <pc:docMk/>
            <pc:sldMk cId="2228546822" sldId="263"/>
            <ac:spMk id="3" creationId="{5476D2C4-584C-D581-C354-009FD15DB8F9}"/>
          </ac:spMkLst>
        </pc:spChg>
        <pc:spChg chg="add mod">
          <ac:chgData name="Avital Skop" userId="932fea03-23b3-43e3-bef8-ff6b9881c608" providerId="ADAL" clId="{B2908CEE-9237-4D68-BD34-FB1BF8116763}" dt="2026-05-11T21:29:17.715" v="657" actId="14100"/>
          <ac:spMkLst>
            <pc:docMk/>
            <pc:sldMk cId="2228546822" sldId="263"/>
            <ac:spMk id="4" creationId="{D746786E-9EE2-EFAD-C673-517D41809355}"/>
          </ac:spMkLst>
        </pc:spChg>
        <pc:spChg chg="mod">
          <ac:chgData name="Avital Skop" userId="932fea03-23b3-43e3-bef8-ff6b9881c608" providerId="ADAL" clId="{B2908CEE-9237-4D68-BD34-FB1BF8116763}" dt="2026-05-11T16:46:59.499" v="327" actId="1076"/>
          <ac:spMkLst>
            <pc:docMk/>
            <pc:sldMk cId="2228546822" sldId="263"/>
            <ac:spMk id="5" creationId="{C3222FA5-A581-8C08-7370-B4A35A7B034B}"/>
          </ac:spMkLst>
        </pc:spChg>
        <pc:spChg chg="mod">
          <ac:chgData name="Avital Skop" userId="932fea03-23b3-43e3-bef8-ff6b9881c608" providerId="ADAL" clId="{B2908CEE-9237-4D68-BD34-FB1BF8116763}" dt="2026-05-11T16:46:23.650" v="317" actId="1037"/>
          <ac:spMkLst>
            <pc:docMk/>
            <pc:sldMk cId="2228546822" sldId="263"/>
            <ac:spMk id="7" creationId="{0E8A8151-CED0-362D-A7FB-3B15665E8A90}"/>
          </ac:spMkLst>
        </pc:spChg>
        <pc:spChg chg="mod">
          <ac:chgData name="Avital Skop" userId="932fea03-23b3-43e3-bef8-ff6b9881c608" providerId="ADAL" clId="{B2908CEE-9237-4D68-BD34-FB1BF8116763}" dt="2026-05-11T22:15:47.594" v="765" actId="164"/>
          <ac:spMkLst>
            <pc:docMk/>
            <pc:sldMk cId="2228546822" sldId="263"/>
            <ac:spMk id="15" creationId="{F4610BE2-4E3E-E515-DE5A-E7C9067E3699}"/>
          </ac:spMkLst>
        </pc:spChg>
        <pc:spChg chg="mod">
          <ac:chgData name="Avital Skop" userId="932fea03-23b3-43e3-bef8-ff6b9881c608" providerId="ADAL" clId="{B2908CEE-9237-4D68-BD34-FB1BF8116763}" dt="2026-05-11T22:15:31.884" v="763" actId="164"/>
          <ac:spMkLst>
            <pc:docMk/>
            <pc:sldMk cId="2228546822" sldId="263"/>
            <ac:spMk id="17" creationId="{0736BFE8-F30A-DDF9-274E-57A3FE2B4F7A}"/>
          </ac:spMkLst>
        </pc:spChg>
        <pc:spChg chg="mod">
          <ac:chgData name="Avital Skop" userId="932fea03-23b3-43e3-bef8-ff6b9881c608" providerId="ADAL" clId="{B2908CEE-9237-4D68-BD34-FB1BF8116763}" dt="2026-05-11T22:15:31.884" v="763" actId="164"/>
          <ac:spMkLst>
            <pc:docMk/>
            <pc:sldMk cId="2228546822" sldId="263"/>
            <ac:spMk id="19" creationId="{D91FD849-E243-DD7F-8C41-C9D82C66E438}"/>
          </ac:spMkLst>
        </pc:spChg>
        <pc:spChg chg="mod">
          <ac:chgData name="Avital Skop" userId="932fea03-23b3-43e3-bef8-ff6b9881c608" providerId="ADAL" clId="{B2908CEE-9237-4D68-BD34-FB1BF8116763}" dt="2026-05-11T16:47:10.768" v="329" actId="1076"/>
          <ac:spMkLst>
            <pc:docMk/>
            <pc:sldMk cId="2228546822" sldId="263"/>
            <ac:spMk id="23" creationId="{A21284FB-09F2-6962-8B6F-913697819A8B}"/>
          </ac:spMkLst>
        </pc:spChg>
        <pc:grpChg chg="add mod">
          <ac:chgData name="Avital Skop" userId="932fea03-23b3-43e3-bef8-ff6b9881c608" providerId="ADAL" clId="{B2908CEE-9237-4D68-BD34-FB1BF8116763}" dt="2026-05-11T22:15:47.594" v="765" actId="164"/>
          <ac:grpSpMkLst>
            <pc:docMk/>
            <pc:sldMk cId="2228546822" sldId="263"/>
            <ac:grpSpMk id="6" creationId="{7C00B014-EB2F-AF92-2DA5-6EBD8C55B14D}"/>
          </ac:grpSpMkLst>
        </pc:grpChg>
        <pc:grpChg chg="add mod">
          <ac:chgData name="Avital Skop" userId="932fea03-23b3-43e3-bef8-ff6b9881c608" providerId="ADAL" clId="{B2908CEE-9237-4D68-BD34-FB1BF8116763}" dt="2026-05-11T22:15:47.594" v="765" actId="164"/>
          <ac:grpSpMkLst>
            <pc:docMk/>
            <pc:sldMk cId="2228546822" sldId="263"/>
            <ac:grpSpMk id="8" creationId="{CC9776EB-855B-824E-DE8D-5338647D3942}"/>
          </ac:grpSpMkLst>
        </pc:grpChg>
        <pc:picChg chg="mod">
          <ac:chgData name="Avital Skop" userId="932fea03-23b3-43e3-bef8-ff6b9881c608" providerId="ADAL" clId="{B2908CEE-9237-4D68-BD34-FB1BF8116763}" dt="2026-05-11T22:15:31.884" v="763" actId="164"/>
          <ac:picMkLst>
            <pc:docMk/>
            <pc:sldMk cId="2228546822" sldId="263"/>
            <ac:picMk id="9" creationId="{41B58F36-8D52-1D2E-9A2F-E2179FD76974}"/>
          </ac:picMkLst>
        </pc:picChg>
        <pc:picChg chg="mod">
          <ac:chgData name="Avital Skop" userId="932fea03-23b3-43e3-bef8-ff6b9881c608" providerId="ADAL" clId="{B2908CEE-9237-4D68-BD34-FB1BF8116763}" dt="2026-05-11T22:15:31.884" v="763" actId="164"/>
          <ac:picMkLst>
            <pc:docMk/>
            <pc:sldMk cId="2228546822" sldId="263"/>
            <ac:picMk id="11" creationId="{96812682-588D-B220-CE6E-2D4B02D1509D}"/>
          </ac:picMkLst>
        </pc:picChg>
        <pc:picChg chg="mod">
          <ac:chgData name="Avital Skop" userId="932fea03-23b3-43e3-bef8-ff6b9881c608" providerId="ADAL" clId="{B2908CEE-9237-4D68-BD34-FB1BF8116763}" dt="2026-05-11T22:15:31.884" v="763" actId="164"/>
          <ac:picMkLst>
            <pc:docMk/>
            <pc:sldMk cId="2228546822" sldId="263"/>
            <ac:picMk id="13" creationId="{0BC5B09A-9604-7DD5-4160-11D352F754A2}"/>
          </ac:picMkLst>
        </pc:picChg>
        <pc:cxnChg chg="add del">
          <ac:chgData name="Avital Skop" userId="932fea03-23b3-43e3-bef8-ff6b9881c608" providerId="ADAL" clId="{B2908CEE-9237-4D68-BD34-FB1BF8116763}" dt="2026-05-11T16:44:39.414" v="139" actId="11529"/>
          <ac:cxnSpMkLst>
            <pc:docMk/>
            <pc:sldMk cId="2228546822" sldId="263"/>
            <ac:cxnSpMk id="6" creationId="{F7CC4186-1F47-DFBD-8E42-7FED4320C5B1}"/>
          </ac:cxnSpMkLst>
        </pc:cxnChg>
        <pc:cxnChg chg="add del">
          <ac:chgData name="Avital Skop" userId="932fea03-23b3-43e3-bef8-ff6b9881c608" providerId="ADAL" clId="{B2908CEE-9237-4D68-BD34-FB1BF8116763}" dt="2026-05-11T16:44:54.850" v="144" actId="478"/>
          <ac:cxnSpMkLst>
            <pc:docMk/>
            <pc:sldMk cId="2228546822" sldId="263"/>
            <ac:cxnSpMk id="10" creationId="{FC834CEE-C601-05A8-6439-7087ED9D83FF}"/>
          </ac:cxnSpMkLst>
        </pc:cxnChg>
        <pc:cxnChg chg="add mod">
          <ac:chgData name="Avital Skop" userId="932fea03-23b3-43e3-bef8-ff6b9881c608" providerId="ADAL" clId="{B2908CEE-9237-4D68-BD34-FB1BF8116763}" dt="2026-05-11T22:15:31.884" v="763" actId="164"/>
          <ac:cxnSpMkLst>
            <pc:docMk/>
            <pc:sldMk cId="2228546822" sldId="263"/>
            <ac:cxnSpMk id="14" creationId="{7C15CE37-E21F-4969-F943-98516323A7A3}"/>
          </ac:cxnSpMkLst>
        </pc:cxnChg>
        <pc:cxnChg chg="add mod">
          <ac:chgData name="Avital Skop" userId="932fea03-23b3-43e3-bef8-ff6b9881c608" providerId="ADAL" clId="{B2908CEE-9237-4D68-BD34-FB1BF8116763}" dt="2026-05-11T22:15:31.884" v="763" actId="164"/>
          <ac:cxnSpMkLst>
            <pc:docMk/>
            <pc:sldMk cId="2228546822" sldId="263"/>
            <ac:cxnSpMk id="16" creationId="{688FD6A9-D4EF-E99F-D4C5-9088EADED7E4}"/>
          </ac:cxnSpMkLst>
        </pc:cxnChg>
        <pc:cxnChg chg="add del">
          <ac:chgData name="Avital Skop" userId="932fea03-23b3-43e3-bef8-ff6b9881c608" providerId="ADAL" clId="{B2908CEE-9237-4D68-BD34-FB1BF8116763}" dt="2026-05-11T16:45:15.590" v="149" actId="11529"/>
          <ac:cxnSpMkLst>
            <pc:docMk/>
            <pc:sldMk cId="2228546822" sldId="263"/>
            <ac:cxnSpMk id="20" creationId="{6A570578-3DF7-D3A3-539C-298C1BCCA60F}"/>
          </ac:cxnSpMkLst>
        </pc:cxnChg>
        <pc:cxnChg chg="add mod">
          <ac:chgData name="Avital Skop" userId="932fea03-23b3-43e3-bef8-ff6b9881c608" providerId="ADAL" clId="{B2908CEE-9237-4D68-BD34-FB1BF8116763}" dt="2026-05-11T22:15:31.884" v="763" actId="164"/>
          <ac:cxnSpMkLst>
            <pc:docMk/>
            <pc:sldMk cId="2228546822" sldId="263"/>
            <ac:cxnSpMk id="22" creationId="{7C9C1000-4996-A4D1-106A-603C6BAA2F30}"/>
          </ac:cxnSpMkLst>
        </pc:cxnChg>
      </pc:sldChg>
      <pc:sldChg chg="addSp modSp mod">
        <pc:chgData name="Avital Skop" userId="932fea03-23b3-43e3-bef8-ff6b9881c608" providerId="ADAL" clId="{B2908CEE-9237-4D68-BD34-FB1BF8116763}" dt="2026-05-11T22:20:02.319" v="798"/>
        <pc:sldMkLst>
          <pc:docMk/>
          <pc:sldMk cId="3980931279" sldId="264"/>
        </pc:sldMkLst>
        <pc:spChg chg="add mod ord">
          <ac:chgData name="Avital Skop" userId="932fea03-23b3-43e3-bef8-ff6b9881c608" providerId="ADAL" clId="{B2908CEE-9237-4D68-BD34-FB1BF8116763}" dt="2026-05-11T22:16:18.540" v="770" actId="164"/>
          <ac:spMkLst>
            <pc:docMk/>
            <pc:sldMk cId="3980931279" sldId="264"/>
            <ac:spMk id="2" creationId="{873DA459-AD38-8C48-77FE-0EB9082ACAC7}"/>
          </ac:spMkLst>
        </pc:spChg>
        <pc:spChg chg="mod">
          <ac:chgData name="Avital Skop" userId="932fea03-23b3-43e3-bef8-ff6b9881c608" providerId="ADAL" clId="{B2908CEE-9237-4D68-BD34-FB1BF8116763}" dt="2026-05-11T21:58:00.303" v="751" actId="1038"/>
          <ac:spMkLst>
            <pc:docMk/>
            <pc:sldMk cId="3980931279" sldId="264"/>
            <ac:spMk id="3" creationId="{0B75BB79-6A65-EEF5-0BEF-984AC274ADB8}"/>
          </ac:spMkLst>
        </pc:spChg>
        <pc:spChg chg="add mod ord">
          <ac:chgData name="Avital Skop" userId="932fea03-23b3-43e3-bef8-ff6b9881c608" providerId="ADAL" clId="{B2908CEE-9237-4D68-BD34-FB1BF8116763}" dt="2026-05-11T22:16:22.903" v="771" actId="164"/>
          <ac:spMkLst>
            <pc:docMk/>
            <pc:sldMk cId="3980931279" sldId="264"/>
            <ac:spMk id="4" creationId="{669C6DA3-13C1-A14A-4D25-E3CFBF26E010}"/>
          </ac:spMkLst>
        </pc:spChg>
        <pc:spChg chg="mod">
          <ac:chgData name="Avital Skop" userId="932fea03-23b3-43e3-bef8-ff6b9881c608" providerId="ADAL" clId="{B2908CEE-9237-4D68-BD34-FB1BF8116763}" dt="2026-05-11T22:16:37.482" v="774" actId="164"/>
          <ac:spMkLst>
            <pc:docMk/>
            <pc:sldMk cId="3980931279" sldId="264"/>
            <ac:spMk id="5" creationId="{86C26082-1BDE-3FB0-1F0A-EB726FD1C04E}"/>
          </ac:spMkLst>
        </pc:spChg>
        <pc:spChg chg="add mod ord">
          <ac:chgData name="Avital Skop" userId="932fea03-23b3-43e3-bef8-ff6b9881c608" providerId="ADAL" clId="{B2908CEE-9237-4D68-BD34-FB1BF8116763}" dt="2026-05-11T22:16:28.958" v="772" actId="164"/>
          <ac:spMkLst>
            <pc:docMk/>
            <pc:sldMk cId="3980931279" sldId="264"/>
            <ac:spMk id="6" creationId="{1FA21ACC-B4DF-C038-BB18-5EB868E8860D}"/>
          </ac:spMkLst>
        </pc:spChg>
        <pc:spChg chg="add mod ord">
          <ac:chgData name="Avital Skop" userId="932fea03-23b3-43e3-bef8-ff6b9881c608" providerId="ADAL" clId="{B2908CEE-9237-4D68-BD34-FB1BF8116763}" dt="2026-05-11T22:16:32.743" v="773" actId="164"/>
          <ac:spMkLst>
            <pc:docMk/>
            <pc:sldMk cId="3980931279" sldId="264"/>
            <ac:spMk id="7" creationId="{BDA5DD75-7D89-6055-E905-F559442D51A7}"/>
          </ac:spMkLst>
        </pc:spChg>
        <pc:spChg chg="mod">
          <ac:chgData name="Avital Skop" userId="932fea03-23b3-43e3-bef8-ff6b9881c608" providerId="ADAL" clId="{B2908CEE-9237-4D68-BD34-FB1BF8116763}" dt="2026-05-11T22:16:18.540" v="770" actId="164"/>
          <ac:spMkLst>
            <pc:docMk/>
            <pc:sldMk cId="3980931279" sldId="264"/>
            <ac:spMk id="8" creationId="{B2172D1F-1314-A0DB-A7B6-801D3FEA7FF0}"/>
          </ac:spMkLst>
        </pc:spChg>
        <pc:spChg chg="add mod">
          <ac:chgData name="Avital Skop" userId="932fea03-23b3-43e3-bef8-ff6b9881c608" providerId="ADAL" clId="{B2908CEE-9237-4D68-BD34-FB1BF8116763}" dt="2026-05-11T16:53:29.188" v="550"/>
          <ac:spMkLst>
            <pc:docMk/>
            <pc:sldMk cId="3980931279" sldId="264"/>
            <ac:spMk id="9" creationId="{DEEA786C-B205-6BD7-8071-731B54ABED86}"/>
          </ac:spMkLst>
        </pc:spChg>
        <pc:spChg chg="mod">
          <ac:chgData name="Avital Skop" userId="932fea03-23b3-43e3-bef8-ff6b9881c608" providerId="ADAL" clId="{B2908CEE-9237-4D68-BD34-FB1BF8116763}" dt="2026-05-11T22:16:22.903" v="771" actId="164"/>
          <ac:spMkLst>
            <pc:docMk/>
            <pc:sldMk cId="3980931279" sldId="264"/>
            <ac:spMk id="10" creationId="{03277394-5739-62EB-A420-73F0256C232F}"/>
          </ac:spMkLst>
        </pc:spChg>
        <pc:spChg chg="add mod">
          <ac:chgData name="Avital Skop" userId="932fea03-23b3-43e3-bef8-ff6b9881c608" providerId="ADAL" clId="{B2908CEE-9237-4D68-BD34-FB1BF8116763}" dt="2026-05-11T16:53:29.636" v="551"/>
          <ac:spMkLst>
            <pc:docMk/>
            <pc:sldMk cId="3980931279" sldId="264"/>
            <ac:spMk id="11" creationId="{BF06DCF5-9835-6ED2-BE6E-0ACE36710CA2}"/>
          </ac:spMkLst>
        </pc:spChg>
        <pc:spChg chg="mod">
          <ac:chgData name="Avital Skop" userId="932fea03-23b3-43e3-bef8-ff6b9881c608" providerId="ADAL" clId="{B2908CEE-9237-4D68-BD34-FB1BF8116763}" dt="2026-05-11T22:16:28.958" v="772" actId="164"/>
          <ac:spMkLst>
            <pc:docMk/>
            <pc:sldMk cId="3980931279" sldId="264"/>
            <ac:spMk id="12" creationId="{D18DB4E6-1778-B771-8742-56F492B8D7E4}"/>
          </ac:spMkLst>
        </pc:spChg>
        <pc:spChg chg="add mod ord">
          <ac:chgData name="Avital Skop" userId="932fea03-23b3-43e3-bef8-ff6b9881c608" providerId="ADAL" clId="{B2908CEE-9237-4D68-BD34-FB1BF8116763}" dt="2026-05-11T22:16:37.482" v="774" actId="164"/>
          <ac:spMkLst>
            <pc:docMk/>
            <pc:sldMk cId="3980931279" sldId="264"/>
            <ac:spMk id="13" creationId="{9DD2BCCD-AE02-3D75-CA19-3889D980EF68}"/>
          </ac:spMkLst>
        </pc:spChg>
        <pc:spChg chg="mod">
          <ac:chgData name="Avital Skop" userId="932fea03-23b3-43e3-bef8-ff6b9881c608" providerId="ADAL" clId="{B2908CEE-9237-4D68-BD34-FB1BF8116763}" dt="2026-05-11T22:16:32.743" v="773" actId="164"/>
          <ac:spMkLst>
            <pc:docMk/>
            <pc:sldMk cId="3980931279" sldId="264"/>
            <ac:spMk id="14" creationId="{F75DF652-86DC-27CD-C38A-9992036CD6BC}"/>
          </ac:spMkLst>
        </pc:spChg>
        <pc:grpChg chg="add mod">
          <ac:chgData name="Avital Skop" userId="932fea03-23b3-43e3-bef8-ff6b9881c608" providerId="ADAL" clId="{B2908CEE-9237-4D68-BD34-FB1BF8116763}" dt="2026-05-11T22:16:18.540" v="770" actId="164"/>
          <ac:grpSpMkLst>
            <pc:docMk/>
            <pc:sldMk cId="3980931279" sldId="264"/>
            <ac:grpSpMk id="9" creationId="{311E9CDC-D958-AB6E-D1A9-05EE7E098694}"/>
          </ac:grpSpMkLst>
        </pc:grpChg>
        <pc:grpChg chg="add mod">
          <ac:chgData name="Avital Skop" userId="932fea03-23b3-43e3-bef8-ff6b9881c608" providerId="ADAL" clId="{B2908CEE-9237-4D68-BD34-FB1BF8116763}" dt="2026-05-11T22:16:22.903" v="771" actId="164"/>
          <ac:grpSpMkLst>
            <pc:docMk/>
            <pc:sldMk cId="3980931279" sldId="264"/>
            <ac:grpSpMk id="11" creationId="{2ACEA39D-C51E-3014-DFD9-F40142F35305}"/>
          </ac:grpSpMkLst>
        </pc:grpChg>
        <pc:grpChg chg="add mod">
          <ac:chgData name="Avital Skop" userId="932fea03-23b3-43e3-bef8-ff6b9881c608" providerId="ADAL" clId="{B2908CEE-9237-4D68-BD34-FB1BF8116763}" dt="2026-05-11T22:16:28.958" v="772" actId="164"/>
          <ac:grpSpMkLst>
            <pc:docMk/>
            <pc:sldMk cId="3980931279" sldId="264"/>
            <ac:grpSpMk id="15" creationId="{B585EDB6-59FA-8C30-6BD3-AFD05DB939E4}"/>
          </ac:grpSpMkLst>
        </pc:grpChg>
        <pc:grpChg chg="add mod">
          <ac:chgData name="Avital Skop" userId="932fea03-23b3-43e3-bef8-ff6b9881c608" providerId="ADAL" clId="{B2908CEE-9237-4D68-BD34-FB1BF8116763}" dt="2026-05-11T22:16:32.743" v="773" actId="164"/>
          <ac:grpSpMkLst>
            <pc:docMk/>
            <pc:sldMk cId="3980931279" sldId="264"/>
            <ac:grpSpMk id="16" creationId="{FDD1DC87-6A68-9ADF-7702-AB1715A1CFC1}"/>
          </ac:grpSpMkLst>
        </pc:grpChg>
        <pc:grpChg chg="add mod">
          <ac:chgData name="Avital Skop" userId="932fea03-23b3-43e3-bef8-ff6b9881c608" providerId="ADAL" clId="{B2908CEE-9237-4D68-BD34-FB1BF8116763}" dt="2026-05-11T22:16:37.482" v="774" actId="164"/>
          <ac:grpSpMkLst>
            <pc:docMk/>
            <pc:sldMk cId="3980931279" sldId="264"/>
            <ac:grpSpMk id="17" creationId="{5845AE70-04B9-F1C7-E076-9C0BAC9DEC29}"/>
          </ac:grpSpMkLst>
        </pc:grpChg>
        <pc:grpChg chg="add mod">
          <ac:chgData name="Avital Skop" userId="932fea03-23b3-43e3-bef8-ff6b9881c608" providerId="ADAL" clId="{B2908CEE-9237-4D68-BD34-FB1BF8116763}" dt="2026-05-11T22:20:02.319" v="798"/>
          <ac:grpSpMkLst>
            <pc:docMk/>
            <pc:sldMk cId="3980931279" sldId="264"/>
            <ac:grpSpMk id="19" creationId="{21FAEA3F-2DFE-9EFF-0996-5F9FFE20E6FA}"/>
          </ac:grpSpMkLst>
        </pc:grpChg>
        <pc:cxnChg chg="add mod">
          <ac:chgData name="Avital Skop" userId="932fea03-23b3-43e3-bef8-ff6b9881c608" providerId="ADAL" clId="{B2908CEE-9237-4D68-BD34-FB1BF8116763}" dt="2026-05-11T22:19:52.245" v="797"/>
          <ac:cxnSpMkLst>
            <pc:docMk/>
            <pc:sldMk cId="3980931279" sldId="264"/>
            <ac:cxnSpMk id="18" creationId="{C57A19A8-E511-A6F9-EC65-A0EA8661D26C}"/>
          </ac:cxnSpMkLst>
        </pc:cxnChg>
        <pc:cxnChg chg="mod">
          <ac:chgData name="Avital Skop" userId="932fea03-23b3-43e3-bef8-ff6b9881c608" providerId="ADAL" clId="{B2908CEE-9237-4D68-BD34-FB1BF8116763}" dt="2026-05-11T22:20:02.319" v="798"/>
          <ac:cxnSpMkLst>
            <pc:docMk/>
            <pc:sldMk cId="3980931279" sldId="264"/>
            <ac:cxnSpMk id="20" creationId="{F0CF4234-FFDA-C722-3F48-FD2F45F72F74}"/>
          </ac:cxnSpMkLst>
        </pc:cxnChg>
        <pc:cxnChg chg="mod">
          <ac:chgData name="Avital Skop" userId="932fea03-23b3-43e3-bef8-ff6b9881c608" providerId="ADAL" clId="{B2908CEE-9237-4D68-BD34-FB1BF8116763}" dt="2026-05-11T22:20:02.319" v="798"/>
          <ac:cxnSpMkLst>
            <pc:docMk/>
            <pc:sldMk cId="3980931279" sldId="264"/>
            <ac:cxnSpMk id="21" creationId="{21553505-FE50-F996-935E-AA13A87D476F}"/>
          </ac:cxnSpMkLst>
        </pc:cxnChg>
        <pc:cxnChg chg="mod">
          <ac:chgData name="Avital Skop" userId="932fea03-23b3-43e3-bef8-ff6b9881c608" providerId="ADAL" clId="{B2908CEE-9237-4D68-BD34-FB1BF8116763}" dt="2026-05-11T22:20:02.319" v="798"/>
          <ac:cxnSpMkLst>
            <pc:docMk/>
            <pc:sldMk cId="3980931279" sldId="264"/>
            <ac:cxnSpMk id="22" creationId="{2599B098-105E-F03B-970B-7DFACA65244B}"/>
          </ac:cxnSpMkLst>
        </pc:cxnChg>
        <pc:cxnChg chg="mod">
          <ac:chgData name="Avital Skop" userId="932fea03-23b3-43e3-bef8-ff6b9881c608" providerId="ADAL" clId="{B2908CEE-9237-4D68-BD34-FB1BF8116763}" dt="2026-05-11T22:20:02.319" v="798"/>
          <ac:cxnSpMkLst>
            <pc:docMk/>
            <pc:sldMk cId="3980931279" sldId="264"/>
            <ac:cxnSpMk id="23" creationId="{3B09EF36-C01A-7DBA-2E78-975F1D253431}"/>
          </ac:cxnSpMkLst>
        </pc:cxnChg>
      </pc:sldChg>
      <pc:sldChg chg="addSp modSp mod">
        <pc:chgData name="Avital Skop" userId="932fea03-23b3-43e3-bef8-ff6b9881c608" providerId="ADAL" clId="{B2908CEE-9237-4D68-BD34-FB1BF8116763}" dt="2026-05-11T22:34:05.730" v="813" actId="1076"/>
        <pc:sldMkLst>
          <pc:docMk/>
          <pc:sldMk cId="2644813894" sldId="265"/>
        </pc:sldMkLst>
        <pc:spChg chg="add mod ord">
          <ac:chgData name="Avital Skop" userId="932fea03-23b3-43e3-bef8-ff6b9881c608" providerId="ADAL" clId="{B2908CEE-9237-4D68-BD34-FB1BF8116763}" dt="2026-05-11T22:16:42.175" v="775" actId="164"/>
          <ac:spMkLst>
            <pc:docMk/>
            <pc:sldMk cId="2644813894" sldId="265"/>
            <ac:spMk id="2" creationId="{47174E86-7324-A9EB-6587-973892523C65}"/>
          </ac:spMkLst>
        </pc:spChg>
        <pc:spChg chg="mod">
          <ac:chgData name="Avital Skop" userId="932fea03-23b3-43e3-bef8-ff6b9881c608" providerId="ADAL" clId="{B2908CEE-9237-4D68-BD34-FB1BF8116763}" dt="2026-05-11T22:34:05.730" v="813" actId="1076"/>
          <ac:spMkLst>
            <pc:docMk/>
            <pc:sldMk cId="2644813894" sldId="265"/>
            <ac:spMk id="3" creationId="{8979F191-0533-85F6-7464-A26EE5317B5A}"/>
          </ac:spMkLst>
        </pc:spChg>
        <pc:spChg chg="add mod ord">
          <ac:chgData name="Avital Skop" userId="932fea03-23b3-43e3-bef8-ff6b9881c608" providerId="ADAL" clId="{B2908CEE-9237-4D68-BD34-FB1BF8116763}" dt="2026-05-11T22:16:46.156" v="776" actId="164"/>
          <ac:spMkLst>
            <pc:docMk/>
            <pc:sldMk cId="2644813894" sldId="265"/>
            <ac:spMk id="4" creationId="{EDC012CE-DF14-3EA6-2609-72527021616D}"/>
          </ac:spMkLst>
        </pc:spChg>
        <pc:spChg chg="mod">
          <ac:chgData name="Avital Skop" userId="932fea03-23b3-43e3-bef8-ff6b9881c608" providerId="ADAL" clId="{B2908CEE-9237-4D68-BD34-FB1BF8116763}" dt="2026-05-11T22:16:42.175" v="775" actId="164"/>
          <ac:spMkLst>
            <pc:docMk/>
            <pc:sldMk cId="2644813894" sldId="265"/>
            <ac:spMk id="5" creationId="{80B1F703-EA65-5876-5FAA-E0345D194C05}"/>
          </ac:spMkLst>
        </pc:spChg>
        <pc:spChg chg="mod">
          <ac:chgData name="Avital Skop" userId="932fea03-23b3-43e3-bef8-ff6b9881c608" providerId="ADAL" clId="{B2908CEE-9237-4D68-BD34-FB1BF8116763}" dt="2026-05-11T22:16:46.156" v="776" actId="164"/>
          <ac:spMkLst>
            <pc:docMk/>
            <pc:sldMk cId="2644813894" sldId="265"/>
            <ac:spMk id="7" creationId="{7D6B8CEA-405C-8300-CE2F-230DBC2F9C76}"/>
          </ac:spMkLst>
        </pc:spChg>
        <pc:grpChg chg="add mod">
          <ac:chgData name="Avital Skop" userId="932fea03-23b3-43e3-bef8-ff6b9881c608" providerId="ADAL" clId="{B2908CEE-9237-4D68-BD34-FB1BF8116763}" dt="2026-05-11T22:34:02.582" v="812" actId="1036"/>
          <ac:grpSpMkLst>
            <pc:docMk/>
            <pc:sldMk cId="2644813894" sldId="265"/>
            <ac:grpSpMk id="6" creationId="{076DF8F0-F746-0C33-B98D-A5E9AE0E6049}"/>
          </ac:grpSpMkLst>
        </pc:grpChg>
        <pc:grpChg chg="add mod">
          <ac:chgData name="Avital Skop" userId="932fea03-23b3-43e3-bef8-ff6b9881c608" providerId="ADAL" clId="{B2908CEE-9237-4D68-BD34-FB1BF8116763}" dt="2026-05-11T22:34:02.582" v="812" actId="1036"/>
          <ac:grpSpMkLst>
            <pc:docMk/>
            <pc:sldMk cId="2644813894" sldId="265"/>
            <ac:grpSpMk id="8" creationId="{F7BC04AE-F493-A231-8E19-3C2CEEEEA70E}"/>
          </ac:grpSpMkLst>
        </pc:grpChg>
        <pc:grpChg chg="add mod">
          <ac:chgData name="Avital Skop" userId="932fea03-23b3-43e3-bef8-ff6b9881c608" providerId="ADAL" clId="{B2908CEE-9237-4D68-BD34-FB1BF8116763}" dt="2026-05-11T22:20:07.455" v="799"/>
          <ac:grpSpMkLst>
            <pc:docMk/>
            <pc:sldMk cId="2644813894" sldId="265"/>
            <ac:grpSpMk id="9" creationId="{1FA13774-4300-7B9E-696D-C5CD07FB2DB0}"/>
          </ac:grpSpMkLst>
        </pc:grpChg>
        <pc:cxnChg chg="mod">
          <ac:chgData name="Avital Skop" userId="932fea03-23b3-43e3-bef8-ff6b9881c608" providerId="ADAL" clId="{B2908CEE-9237-4D68-BD34-FB1BF8116763}" dt="2026-05-11T22:20:07.455" v="799"/>
          <ac:cxnSpMkLst>
            <pc:docMk/>
            <pc:sldMk cId="2644813894" sldId="265"/>
            <ac:cxnSpMk id="10" creationId="{0B380508-24EF-2287-848F-4C35649DD89F}"/>
          </ac:cxnSpMkLst>
        </pc:cxnChg>
        <pc:cxnChg chg="mod">
          <ac:chgData name="Avital Skop" userId="932fea03-23b3-43e3-bef8-ff6b9881c608" providerId="ADAL" clId="{B2908CEE-9237-4D68-BD34-FB1BF8116763}" dt="2026-05-11T22:20:07.455" v="799"/>
          <ac:cxnSpMkLst>
            <pc:docMk/>
            <pc:sldMk cId="2644813894" sldId="265"/>
            <ac:cxnSpMk id="11" creationId="{E8FBC58D-973C-7BB3-1728-881660FC8761}"/>
          </ac:cxnSpMkLst>
        </pc:cxnChg>
        <pc:cxnChg chg="mod">
          <ac:chgData name="Avital Skop" userId="932fea03-23b3-43e3-bef8-ff6b9881c608" providerId="ADAL" clId="{B2908CEE-9237-4D68-BD34-FB1BF8116763}" dt="2026-05-11T22:20:07.455" v="799"/>
          <ac:cxnSpMkLst>
            <pc:docMk/>
            <pc:sldMk cId="2644813894" sldId="265"/>
            <ac:cxnSpMk id="12" creationId="{5B61B8AD-F32E-0AB8-1205-1A708F621294}"/>
          </ac:cxnSpMkLst>
        </pc:cxnChg>
        <pc:cxnChg chg="mod">
          <ac:chgData name="Avital Skop" userId="932fea03-23b3-43e3-bef8-ff6b9881c608" providerId="ADAL" clId="{B2908CEE-9237-4D68-BD34-FB1BF8116763}" dt="2026-05-11T22:20:07.455" v="799"/>
          <ac:cxnSpMkLst>
            <pc:docMk/>
            <pc:sldMk cId="2644813894" sldId="265"/>
            <ac:cxnSpMk id="13" creationId="{B9991288-AEA7-6F46-03B9-A7D577C349E9}"/>
          </ac:cxnSpMkLst>
        </pc:cxnChg>
      </pc:sldChg>
      <pc:sldChg chg="addSp modSp mod">
        <pc:chgData name="Avital Skop" userId="932fea03-23b3-43e3-bef8-ff6b9881c608" providerId="ADAL" clId="{B2908CEE-9237-4D68-BD34-FB1BF8116763}" dt="2026-05-11T22:18:14.439" v="781"/>
        <pc:sldMkLst>
          <pc:docMk/>
          <pc:sldMk cId="1588794101" sldId="266"/>
        </pc:sldMkLst>
        <pc:spChg chg="mod">
          <ac:chgData name="Avital Skop" userId="932fea03-23b3-43e3-bef8-ff6b9881c608" providerId="ADAL" clId="{B2908CEE-9237-4D68-BD34-FB1BF8116763}" dt="2026-05-11T21:31:09.304" v="699" actId="108"/>
          <ac:spMkLst>
            <pc:docMk/>
            <pc:sldMk cId="1588794101" sldId="266"/>
            <ac:spMk id="3" creationId="{263997A8-B786-7622-0965-302825AE66F2}"/>
          </ac:spMkLst>
        </pc:spChg>
        <pc:spChg chg="mod">
          <ac:chgData name="Avital Skop" userId="932fea03-23b3-43e3-bef8-ff6b9881c608" providerId="ADAL" clId="{B2908CEE-9237-4D68-BD34-FB1BF8116763}" dt="2026-05-11T21:31:13.350" v="700" actId="1076"/>
          <ac:spMkLst>
            <pc:docMk/>
            <pc:sldMk cId="1588794101" sldId="266"/>
            <ac:spMk id="9" creationId="{CB8280D8-DAB1-DAE3-F57E-0E73C54F6AB0}"/>
          </ac:spMkLst>
        </pc:spChg>
        <pc:spChg chg="mod">
          <ac:chgData name="Avital Skop" userId="932fea03-23b3-43e3-bef8-ff6b9881c608" providerId="ADAL" clId="{B2908CEE-9237-4D68-BD34-FB1BF8116763}" dt="2026-05-11T22:17:02.784" v="777" actId="164"/>
          <ac:spMkLst>
            <pc:docMk/>
            <pc:sldMk cId="1588794101" sldId="266"/>
            <ac:spMk id="12" creationId="{FFBDEC80-5F49-737D-D30E-017DB57178A0}"/>
          </ac:spMkLst>
        </pc:spChg>
        <pc:spChg chg="mod">
          <ac:chgData name="Avital Skop" userId="932fea03-23b3-43e3-bef8-ff6b9881c608" providerId="ADAL" clId="{B2908CEE-9237-4D68-BD34-FB1BF8116763}" dt="2026-05-11T22:17:02.784" v="777" actId="164"/>
          <ac:spMkLst>
            <pc:docMk/>
            <pc:sldMk cId="1588794101" sldId="266"/>
            <ac:spMk id="22" creationId="{EFCB1CAC-40F3-50A2-F5FC-5B03A63FB401}"/>
          </ac:spMkLst>
        </pc:spChg>
        <pc:spChg chg="mod">
          <ac:chgData name="Avital Skop" userId="932fea03-23b3-43e3-bef8-ff6b9881c608" providerId="ADAL" clId="{B2908CEE-9237-4D68-BD34-FB1BF8116763}" dt="2026-05-11T22:17:02.784" v="777" actId="164"/>
          <ac:spMkLst>
            <pc:docMk/>
            <pc:sldMk cId="1588794101" sldId="266"/>
            <ac:spMk id="23" creationId="{E4E02D79-AD53-8B75-B00D-BB8863038E05}"/>
          </ac:spMkLst>
        </pc:spChg>
        <pc:spChg chg="mod">
          <ac:chgData name="Avital Skop" userId="932fea03-23b3-43e3-bef8-ff6b9881c608" providerId="ADAL" clId="{B2908CEE-9237-4D68-BD34-FB1BF8116763}" dt="2026-05-11T22:17:02.784" v="777" actId="164"/>
          <ac:spMkLst>
            <pc:docMk/>
            <pc:sldMk cId="1588794101" sldId="266"/>
            <ac:spMk id="26" creationId="{FF021358-37D8-38FF-69E1-CF6360DFD8EE}"/>
          </ac:spMkLst>
        </pc:spChg>
        <pc:spChg chg="mod">
          <ac:chgData name="Avital Skop" userId="932fea03-23b3-43e3-bef8-ff6b9881c608" providerId="ADAL" clId="{B2908CEE-9237-4D68-BD34-FB1BF8116763}" dt="2026-05-11T22:17:02.784" v="777" actId="164"/>
          <ac:spMkLst>
            <pc:docMk/>
            <pc:sldMk cId="1588794101" sldId="266"/>
            <ac:spMk id="27" creationId="{75EA6D75-3198-9A22-6029-438F8EE0AB72}"/>
          </ac:spMkLst>
        </pc:spChg>
        <pc:spChg chg="mod">
          <ac:chgData name="Avital Skop" userId="932fea03-23b3-43e3-bef8-ff6b9881c608" providerId="ADAL" clId="{B2908CEE-9237-4D68-BD34-FB1BF8116763}" dt="2026-05-11T22:17:10.299" v="778" actId="164"/>
          <ac:spMkLst>
            <pc:docMk/>
            <pc:sldMk cId="1588794101" sldId="266"/>
            <ac:spMk id="29" creationId="{BBC662C3-A650-AF5B-692D-6F3D1C4C2D3E}"/>
          </ac:spMkLst>
        </pc:spChg>
        <pc:spChg chg="mod">
          <ac:chgData name="Avital Skop" userId="932fea03-23b3-43e3-bef8-ff6b9881c608" providerId="ADAL" clId="{B2908CEE-9237-4D68-BD34-FB1BF8116763}" dt="2026-05-11T22:17:10.299" v="778" actId="164"/>
          <ac:spMkLst>
            <pc:docMk/>
            <pc:sldMk cId="1588794101" sldId="266"/>
            <ac:spMk id="31" creationId="{267AA55A-9490-A5A0-3E5B-61450CAB6167}"/>
          </ac:spMkLst>
        </pc:spChg>
        <pc:spChg chg="mod">
          <ac:chgData name="Avital Skop" userId="932fea03-23b3-43e3-bef8-ff6b9881c608" providerId="ADAL" clId="{B2908CEE-9237-4D68-BD34-FB1BF8116763}" dt="2026-05-11T22:17:10.299" v="778" actId="164"/>
          <ac:spMkLst>
            <pc:docMk/>
            <pc:sldMk cId="1588794101" sldId="266"/>
            <ac:spMk id="33" creationId="{61A4E01C-E225-05F9-8D90-0B0E4C613F41}"/>
          </ac:spMkLst>
        </pc:spChg>
        <pc:spChg chg="mod">
          <ac:chgData name="Avital Skop" userId="932fea03-23b3-43e3-bef8-ff6b9881c608" providerId="ADAL" clId="{B2908CEE-9237-4D68-BD34-FB1BF8116763}" dt="2026-05-11T22:17:10.299" v="778" actId="164"/>
          <ac:spMkLst>
            <pc:docMk/>
            <pc:sldMk cId="1588794101" sldId="266"/>
            <ac:spMk id="35" creationId="{F73772A2-9002-5B9A-4CE9-115CB1B544B8}"/>
          </ac:spMkLst>
        </pc:spChg>
        <pc:spChg chg="mod">
          <ac:chgData name="Avital Skop" userId="932fea03-23b3-43e3-bef8-ff6b9881c608" providerId="ADAL" clId="{B2908CEE-9237-4D68-BD34-FB1BF8116763}" dt="2026-05-11T22:17:24.889" v="779" actId="164"/>
          <ac:spMkLst>
            <pc:docMk/>
            <pc:sldMk cId="1588794101" sldId="266"/>
            <ac:spMk id="37" creationId="{B71F1AED-6071-33D5-811A-D8C99DBB4D6C}"/>
          </ac:spMkLst>
        </pc:spChg>
        <pc:spChg chg="mod">
          <ac:chgData name="Avital Skop" userId="932fea03-23b3-43e3-bef8-ff6b9881c608" providerId="ADAL" clId="{B2908CEE-9237-4D68-BD34-FB1BF8116763}" dt="2026-05-11T22:17:24.889" v="779" actId="164"/>
          <ac:spMkLst>
            <pc:docMk/>
            <pc:sldMk cId="1588794101" sldId="266"/>
            <ac:spMk id="39" creationId="{18557D05-794D-BA50-3828-8DEF68E13C10}"/>
          </ac:spMkLst>
        </pc:spChg>
        <pc:spChg chg="mod">
          <ac:chgData name="Avital Skop" userId="932fea03-23b3-43e3-bef8-ff6b9881c608" providerId="ADAL" clId="{B2908CEE-9237-4D68-BD34-FB1BF8116763}" dt="2026-05-11T22:17:24.889" v="779" actId="164"/>
          <ac:spMkLst>
            <pc:docMk/>
            <pc:sldMk cId="1588794101" sldId="266"/>
            <ac:spMk id="40" creationId="{85E81C15-5F21-F83E-120F-CDEF755C50EA}"/>
          </ac:spMkLst>
        </pc:spChg>
        <pc:spChg chg="mod">
          <ac:chgData name="Avital Skop" userId="932fea03-23b3-43e3-bef8-ff6b9881c608" providerId="ADAL" clId="{B2908CEE-9237-4D68-BD34-FB1BF8116763}" dt="2026-05-11T22:17:24.889" v="779" actId="164"/>
          <ac:spMkLst>
            <pc:docMk/>
            <pc:sldMk cId="1588794101" sldId="266"/>
            <ac:spMk id="41" creationId="{1B8FD257-AECD-1A27-01EA-811DD4D55CD1}"/>
          </ac:spMkLst>
        </pc:spChg>
        <pc:spChg chg="mod">
          <ac:chgData name="Avital Skop" userId="932fea03-23b3-43e3-bef8-ff6b9881c608" providerId="ADAL" clId="{B2908CEE-9237-4D68-BD34-FB1BF8116763}" dt="2026-05-11T22:17:24.889" v="779" actId="164"/>
          <ac:spMkLst>
            <pc:docMk/>
            <pc:sldMk cId="1588794101" sldId="266"/>
            <ac:spMk id="43" creationId="{DBB0798A-7190-73D9-8BA0-DA97C72066EE}"/>
          </ac:spMkLst>
        </pc:spChg>
        <pc:spChg chg="mod">
          <ac:chgData name="Avital Skop" userId="932fea03-23b3-43e3-bef8-ff6b9881c608" providerId="ADAL" clId="{B2908CEE-9237-4D68-BD34-FB1BF8116763}" dt="2026-05-11T22:17:24.889" v="779" actId="164"/>
          <ac:spMkLst>
            <pc:docMk/>
            <pc:sldMk cId="1588794101" sldId="266"/>
            <ac:spMk id="45" creationId="{3CD4B324-8552-2765-1340-570FD14588F2}"/>
          </ac:spMkLst>
        </pc:spChg>
        <pc:grpChg chg="add mod">
          <ac:chgData name="Avital Skop" userId="932fea03-23b3-43e3-bef8-ff6b9881c608" providerId="ADAL" clId="{B2908CEE-9237-4D68-BD34-FB1BF8116763}" dt="2026-05-11T22:17:10.299" v="778" actId="164"/>
          <ac:grpSpMkLst>
            <pc:docMk/>
            <pc:sldMk cId="1588794101" sldId="266"/>
            <ac:grpSpMk id="2" creationId="{EE161491-DD05-3855-B6DA-4FDB7082A83E}"/>
          </ac:grpSpMkLst>
        </pc:grpChg>
        <pc:grpChg chg="add mod">
          <ac:chgData name="Avital Skop" userId="932fea03-23b3-43e3-bef8-ff6b9881c608" providerId="ADAL" clId="{B2908CEE-9237-4D68-BD34-FB1BF8116763}" dt="2026-05-11T22:17:10.299" v="778" actId="164"/>
          <ac:grpSpMkLst>
            <pc:docMk/>
            <pc:sldMk cId="1588794101" sldId="266"/>
            <ac:grpSpMk id="4" creationId="{9DD4B51A-5CD3-CFA6-C016-CA56BD5C7289}"/>
          </ac:grpSpMkLst>
        </pc:grpChg>
        <pc:grpChg chg="add mod">
          <ac:chgData name="Avital Skop" userId="932fea03-23b3-43e3-bef8-ff6b9881c608" providerId="ADAL" clId="{B2908CEE-9237-4D68-BD34-FB1BF8116763}" dt="2026-05-11T22:17:24.889" v="779" actId="164"/>
          <ac:grpSpMkLst>
            <pc:docMk/>
            <pc:sldMk cId="1588794101" sldId="266"/>
            <ac:grpSpMk id="5" creationId="{A4C9BD42-8B2D-6D9E-5BE2-01E581DCF3F2}"/>
          </ac:grpSpMkLst>
        </pc:grpChg>
        <pc:grpChg chg="add mod">
          <ac:chgData name="Avital Skop" userId="932fea03-23b3-43e3-bef8-ff6b9881c608" providerId="ADAL" clId="{B2908CEE-9237-4D68-BD34-FB1BF8116763}" dt="2026-05-11T22:18:14.439" v="781"/>
          <ac:grpSpMkLst>
            <pc:docMk/>
            <pc:sldMk cId="1588794101" sldId="266"/>
            <ac:grpSpMk id="6" creationId="{EBAD4DCA-014D-10DE-5354-6F54104A0D0E}"/>
          </ac:grpSpMkLst>
        </pc:grpChg>
        <pc:cxnChg chg="mod">
          <ac:chgData name="Avital Skop" userId="932fea03-23b3-43e3-bef8-ff6b9881c608" providerId="ADAL" clId="{B2908CEE-9237-4D68-BD34-FB1BF8116763}" dt="2026-05-11T22:18:14.439" v="781"/>
          <ac:cxnSpMkLst>
            <pc:docMk/>
            <pc:sldMk cId="1588794101" sldId="266"/>
            <ac:cxnSpMk id="7" creationId="{27A7F8B6-715A-1E32-E5E8-B803BACA4865}"/>
          </ac:cxnSpMkLst>
        </pc:cxnChg>
        <pc:cxnChg chg="mod">
          <ac:chgData name="Avital Skop" userId="932fea03-23b3-43e3-bef8-ff6b9881c608" providerId="ADAL" clId="{B2908CEE-9237-4D68-BD34-FB1BF8116763}" dt="2026-05-11T22:18:14.439" v="781"/>
          <ac:cxnSpMkLst>
            <pc:docMk/>
            <pc:sldMk cId="1588794101" sldId="266"/>
            <ac:cxnSpMk id="8" creationId="{04E6A8F1-028B-C131-7D58-1130DB905661}"/>
          </ac:cxnSpMkLst>
        </pc:cxnChg>
        <pc:cxnChg chg="mod">
          <ac:chgData name="Avital Skop" userId="932fea03-23b3-43e3-bef8-ff6b9881c608" providerId="ADAL" clId="{B2908CEE-9237-4D68-BD34-FB1BF8116763}" dt="2026-05-11T22:18:14.439" v="781"/>
          <ac:cxnSpMkLst>
            <pc:docMk/>
            <pc:sldMk cId="1588794101" sldId="266"/>
            <ac:cxnSpMk id="10" creationId="{7D4C84B1-FA20-A528-35C4-F49633224CDB}"/>
          </ac:cxnSpMkLst>
        </pc:cxnChg>
        <pc:cxnChg chg="mod">
          <ac:chgData name="Avital Skop" userId="932fea03-23b3-43e3-bef8-ff6b9881c608" providerId="ADAL" clId="{B2908CEE-9237-4D68-BD34-FB1BF8116763}" dt="2026-05-11T22:18:14.439" v="781"/>
          <ac:cxnSpMkLst>
            <pc:docMk/>
            <pc:sldMk cId="1588794101" sldId="266"/>
            <ac:cxnSpMk id="11" creationId="{798FE762-4D79-BE25-1507-F37BC948A136}"/>
          </ac:cxnSpMkLst>
        </pc:cxnChg>
      </pc:sldChg>
    </pc:docChg>
  </pc:docChgLst>
  <pc:docChgLst>
    <pc:chgData clId="Web-{1EB13B4D-41FE-3C18-AE69-78A9C9AFE8A7}"/>
    <pc:docChg chg="modSld">
      <pc:chgData name="" userId="" providerId="" clId="Web-{1EB13B4D-41FE-3C18-AE69-78A9C9AFE8A7}" dt="2026-05-12T06:33:55.909" v="0" actId="1076"/>
      <pc:docMkLst>
        <pc:docMk/>
      </pc:docMkLst>
      <pc:sldChg chg="modSp">
        <pc:chgData name="" userId="" providerId="" clId="Web-{1EB13B4D-41FE-3C18-AE69-78A9C9AFE8A7}" dt="2026-05-12T06:33:55.909" v="0" actId="1076"/>
        <pc:sldMkLst>
          <pc:docMk/>
          <pc:sldMk cId="2228546822" sldId="263"/>
        </pc:sldMkLst>
        <pc:cxnChg chg="mod">
          <ac:chgData name="" userId="" providerId="" clId="Web-{1EB13B4D-41FE-3C18-AE69-78A9C9AFE8A7}" dt="2026-05-12T06:33:55.909" v="0" actId="1076"/>
          <ac:cxnSpMkLst>
            <pc:docMk/>
            <pc:sldMk cId="2228546822" sldId="263"/>
            <ac:cxnSpMk id="16" creationId="{688FD6A9-D4EF-E99F-D4C5-9088EADED7E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30C457-6D75-20C0-4F3B-33C82F08B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39CC42E-C246-6CD5-59E6-9782BA435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53D03A1-DF9F-BD11-E976-F90E3291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24C79BF-5552-A110-1EFF-E06E32E7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D9AF99D-9C14-E144-445A-83368AB6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66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615AB5-446A-56E0-4957-A4CCF87D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8DBE85C-5D51-1379-9869-F86E01779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9E306FA-4308-BD26-756B-EB6FED13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55E14BB-F385-54FF-5746-9B63EAA0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2E72D96-7293-BB70-E76C-07CF60E4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46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A6E189-5074-6F10-016F-CDFF0519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7CE9958-AB65-C305-11C2-60C0C7081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85F89CA-8B1D-0CA4-2EDC-AC0C69C2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5845023-98B0-614F-A11C-CF7FAC4E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A691205-0BA6-97BA-940F-6E9E0454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8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0A83ED-ED22-2DD2-2A10-5F5D4A6E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6F8B603-3135-2028-0C6D-FD8913FA3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FBCAE1E-FF94-0A7B-20EE-B86CDBFC4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7B03C26-6720-C083-2E6F-A00CCD1E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10FE145-05B8-7803-B280-E9A4AFD6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9CCF62B-A448-EEB6-7455-076FBF0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9A609E-CC84-0432-7C97-EBA40AEC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F2F202F-DBF5-CD07-576B-9CF82E10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65A08A7-BF55-4684-5AA2-C0C4D9351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384BF43-E4EE-48D3-C2DC-B029428DD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4C6941C-2D37-8692-3685-BE1CB54F7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EFBA4EF-6E4D-E0E4-1A3C-1D722637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01F4645-E532-EA6D-05E3-9477FDE6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835CDFE-BFE3-9980-2613-B243DA8E7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7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98B556-E254-031D-F5A7-FA8E9C70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D241ABB-4A2C-F5E2-9019-E28CD1E29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47AAC82-8308-DE48-87E4-7937A814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032E38F-2201-0AA3-0C6D-27B901A8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6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1E178A3-2D6C-5928-8F98-09FF9A4F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814A3DB-C8F6-0E92-84E1-C41CE1A2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40AAEAC-B535-C43C-688F-451402A7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86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7052B0-3A8F-25A2-6EDD-F2112DD0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5F262C0-3403-E471-C4CE-85FCF3C9A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E82CFA3-E15D-F23E-99F1-2FDD35601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7B14ADB-43AC-7DBF-747E-D1709AC7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A0E3027-D703-2E9C-7AA3-6CFF826D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6D69CA9-5746-BC39-80E0-E09416F3C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7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E8A704-6A37-B537-7BAB-5CA94FFAA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F999B55-DE5E-1D9A-D8F7-BB6F0AFB9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7D034AC-84A4-3709-86BD-47C7E3709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5A7FD4A-5758-F872-CF06-AAA44F20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93D24D2-15A9-3E29-0333-4D8D85E8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FB099E1-F38D-15BF-D471-FFF8C77F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7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1897C8-325E-C461-EFE7-560052F1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7599342-17A6-28F6-440C-E5734BCC2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B2C9DE9-9BEE-EFA5-AB3E-684DE22D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C363EE6-06E5-BC05-5BB1-23107E5A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8F4ED66-8AA7-D673-425A-06C2F56A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87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C8E720B-B151-FBA6-A33A-CEC706774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CE93F94-EC6E-F85B-96E1-A330D7492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CB6025-4AE4-2AE9-7C81-1E765C9B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80B1892-6AD9-791C-A7F4-0DCCBEBA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AEB604B-35C6-F3A2-5DCA-C5801CA2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35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E342D83-1330-2657-A1B5-FC2CD862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E5F8099-A105-EFD3-5297-23E744DD5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3A0A587-163D-0EF8-A956-5CF19BFBCA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08F38-5D60-4B91-AB40-CA3E3305C6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8A4602F-12D5-417F-C12E-40EFDBA06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AD39EBB-0148-1B47-BF44-8D2D37EA2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9617-464F-4EEA-870D-6E5DC120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4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99307-7FF1-51F0-58B9-989E3BEDA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98E82EA-08D0-D2C0-A34A-2CCF50B408BA}"/>
              </a:ext>
            </a:extLst>
          </p:cNvPr>
          <p:cNvSpPr txBox="1"/>
          <p:nvPr/>
        </p:nvSpPr>
        <p:spPr>
          <a:xfrm>
            <a:off x="361950" y="1179025"/>
            <a:ext cx="11468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48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Level Classification</a:t>
            </a:r>
          </a:p>
          <a:p>
            <a:pPr algn="ctr" rtl="0"/>
            <a:r>
              <a:rPr lang="en-US" sz="2400" dirty="0">
                <a:solidFill>
                  <a:srgbClr val="738E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Leveraging Synthetic Data and GenAI for Restaurant Operations Optimization</a:t>
            </a:r>
            <a:endParaRPr lang="he-IL" sz="2400" dirty="0">
              <a:solidFill>
                <a:srgbClr val="738E7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rtl="0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72B4DF3-C774-4A50-8203-E78A651ABBF2}"/>
              </a:ext>
            </a:extLst>
          </p:cNvPr>
          <p:cNvSpPr txBox="1"/>
          <p:nvPr/>
        </p:nvSpPr>
        <p:spPr>
          <a:xfrm>
            <a:off x="5760288" y="4283810"/>
            <a:ext cx="5829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Presenters:</a:t>
            </a:r>
            <a:endParaRPr lang="he-IL" sz="2400" b="1" dirty="0">
              <a:solidFill>
                <a:srgbClr val="49535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/>
            <a:r>
              <a:rPr lang="en-US" sz="2400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Shlomi Ben Shitrit             314711250</a:t>
            </a:r>
          </a:p>
          <a:p>
            <a:pPr algn="l" rtl="0"/>
            <a:r>
              <a:rPr lang="en-US" sz="2400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Yarden Aviad (Gottreich) 213211477</a:t>
            </a:r>
            <a:br>
              <a:rPr lang="en-US" sz="2400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Avital skop                          212052823</a:t>
            </a:r>
            <a:endParaRPr lang="he-IL" sz="2400" dirty="0">
              <a:solidFill>
                <a:srgbClr val="49535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1076988-A264-8177-D5E7-25A852246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306" y="4047759"/>
            <a:ext cx="3734532" cy="1867266"/>
          </a:xfrm>
          <a:prstGeom prst="rect">
            <a:avLst/>
          </a:prstGeom>
        </p:spPr>
      </p:pic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4D618908-FB51-33C0-3262-708ED2F9B23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6" name="מחבר ישר 5">
              <a:extLst>
                <a:ext uri="{FF2B5EF4-FFF2-40B4-BE49-F238E27FC236}">
                  <a16:creationId xmlns:a16="http://schemas.microsoft.com/office/drawing/2014/main" id="{3517569D-A8FD-49CC-DA07-B89F1053ABC6}"/>
                </a:ext>
              </a:extLst>
            </p:cNvPr>
            <p:cNvCxnSpPr>
              <a:cxnSpLocks/>
            </p:cNvCxnSpPr>
            <p:nvPr/>
          </p:nvCxnSpPr>
          <p:spPr>
            <a:xfrm>
              <a:off x="11767930" y="0"/>
              <a:ext cx="0" cy="685800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מחבר ישר 6">
              <a:extLst>
                <a:ext uri="{FF2B5EF4-FFF2-40B4-BE49-F238E27FC236}">
                  <a16:creationId xmlns:a16="http://schemas.microsoft.com/office/drawing/2014/main" id="{A05F2F7B-794F-CD77-56F5-B4997E9F893F}"/>
                </a:ext>
              </a:extLst>
            </p:cNvPr>
            <p:cNvCxnSpPr>
              <a:cxnSpLocks/>
            </p:cNvCxnSpPr>
            <p:nvPr/>
          </p:nvCxnSpPr>
          <p:spPr>
            <a:xfrm>
              <a:off x="496862" y="0"/>
              <a:ext cx="0" cy="685800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מחבר ישר 10">
              <a:extLst>
                <a:ext uri="{FF2B5EF4-FFF2-40B4-BE49-F238E27FC236}">
                  <a16:creationId xmlns:a16="http://schemas.microsoft.com/office/drawing/2014/main" id="{DD6E35DA-AB41-6B58-07E2-0F7AD10E652B}"/>
                </a:ext>
              </a:extLst>
            </p:cNvPr>
            <p:cNvCxnSpPr/>
            <p:nvPr/>
          </p:nvCxnSpPr>
          <p:spPr>
            <a:xfrm>
              <a:off x="0" y="404949"/>
              <a:ext cx="12192000" cy="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מחבר ישר 11">
              <a:extLst>
                <a:ext uri="{FF2B5EF4-FFF2-40B4-BE49-F238E27FC236}">
                  <a16:creationId xmlns:a16="http://schemas.microsoft.com/office/drawing/2014/main" id="{48823864-1E9E-1EC1-A429-5A0786F0377C}"/>
                </a:ext>
              </a:extLst>
            </p:cNvPr>
            <p:cNvCxnSpPr/>
            <p:nvPr/>
          </p:nvCxnSpPr>
          <p:spPr>
            <a:xfrm>
              <a:off x="0" y="6396446"/>
              <a:ext cx="12192000" cy="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485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D0DAE-76EC-C428-7A51-FB7C6401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F67A5F1A-7986-A81A-F61A-8383905233C1}"/>
              </a:ext>
            </a:extLst>
          </p:cNvPr>
          <p:cNvSpPr txBox="1"/>
          <p:nvPr/>
        </p:nvSpPr>
        <p:spPr>
          <a:xfrm>
            <a:off x="1120460" y="538735"/>
            <a:ext cx="5305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40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Motivating Use Case</a:t>
            </a:r>
            <a:br>
              <a:rPr lang="en-US" sz="40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(The "Why")</a:t>
            </a:r>
            <a:endParaRPr lang="en-US" sz="4000" b="1" dirty="0">
              <a:solidFill>
                <a:srgbClr val="49535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קבוצה 10">
            <a:extLst>
              <a:ext uri="{FF2B5EF4-FFF2-40B4-BE49-F238E27FC236}">
                <a16:creationId xmlns:a16="http://schemas.microsoft.com/office/drawing/2014/main" id="{5F7EFE26-6F56-B898-1355-AC65B8379638}"/>
              </a:ext>
            </a:extLst>
          </p:cNvPr>
          <p:cNvGrpSpPr/>
          <p:nvPr/>
        </p:nvGrpSpPr>
        <p:grpSpPr>
          <a:xfrm>
            <a:off x="6867483" y="1920280"/>
            <a:ext cx="4476378" cy="1524007"/>
            <a:chOff x="6742760" y="1468717"/>
            <a:chExt cx="4476378" cy="1524007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0C320E63-39BE-7729-57FE-BB1CE4068617}"/>
                </a:ext>
              </a:extLst>
            </p:cNvPr>
            <p:cNvSpPr txBox="1"/>
            <p:nvPr/>
          </p:nvSpPr>
          <p:spPr>
            <a:xfrm>
              <a:off x="7783631" y="1468717"/>
              <a:ext cx="3435507" cy="1524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L" altLang="en-IL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Enhanced Guest Experience:</a:t>
              </a: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br>
                <a:rPr lang="en-US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Proactive service</a:t>
              </a:r>
              <a:r>
                <a:rPr lang="en-US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- </a:t>
              </a: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refilling or clearing at the perfect moment</a:t>
              </a:r>
              <a:r>
                <a:rPr lang="en-US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 </a:t>
              </a: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without intruding on the customers.</a:t>
              </a:r>
              <a:endParaRPr lang="en-US" altLang="en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2" name="גרפיקה 11" descr="שולחן וכיסאות עם מילוי מלא">
              <a:extLst>
                <a:ext uri="{FF2B5EF4-FFF2-40B4-BE49-F238E27FC236}">
                  <a16:creationId xmlns:a16="http://schemas.microsoft.com/office/drawing/2014/main" id="{63E4A0E9-C132-70C4-6F10-DA9E739831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42760" y="1468717"/>
              <a:ext cx="914400" cy="914400"/>
            </a:xfrm>
            <a:prstGeom prst="rect">
              <a:avLst/>
            </a:prstGeom>
          </p:spPr>
        </p:pic>
      </p:grp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C87E1E67-9795-E676-3091-48041A381E29}"/>
              </a:ext>
            </a:extLst>
          </p:cNvPr>
          <p:cNvGrpSpPr/>
          <p:nvPr/>
        </p:nvGrpSpPr>
        <p:grpSpPr>
          <a:xfrm>
            <a:off x="6739645" y="4086260"/>
            <a:ext cx="5028285" cy="1569965"/>
            <a:chOff x="6742760" y="3886200"/>
            <a:chExt cx="5028285" cy="1569965"/>
          </a:xfrm>
        </p:grpSpPr>
        <p:sp>
          <p:nvSpPr>
            <p:cNvPr id="6" name="תיבת טקסט 5">
              <a:extLst>
                <a:ext uri="{FF2B5EF4-FFF2-40B4-BE49-F238E27FC236}">
                  <a16:creationId xmlns:a16="http://schemas.microsoft.com/office/drawing/2014/main" id="{118D31B9-A5FE-0427-98A5-F255FBAA6F35}"/>
                </a:ext>
              </a:extLst>
            </p:cNvPr>
            <p:cNvSpPr txBox="1"/>
            <p:nvPr/>
          </p:nvSpPr>
          <p:spPr>
            <a:xfrm>
              <a:off x="7783631" y="3924720"/>
              <a:ext cx="3987414" cy="1531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L" altLang="en-IL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Data Gap:</a:t>
              </a: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br>
                <a:rPr lang="en-US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public, labelled datasets exist for "stages of eating" in a restaurant setting, creating a barrier for traditional AI development.</a:t>
              </a:r>
            </a:p>
          </p:txBody>
        </p:sp>
        <p:pic>
          <p:nvPicPr>
            <p:cNvPr id="14" name="גרפיקה 13" descr="חתיכות פאזל עם מילוי מלא">
              <a:extLst>
                <a:ext uri="{FF2B5EF4-FFF2-40B4-BE49-F238E27FC236}">
                  <a16:creationId xmlns:a16="http://schemas.microsoft.com/office/drawing/2014/main" id="{7F7683D3-8E4F-CA88-E1B7-F88B4F132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42760" y="3886200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93FB6A10-41C1-D3CB-C086-3755DD8B7D3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B237E4C3-D7AD-8629-013A-9E533503C650}"/>
                </a:ext>
              </a:extLst>
            </p:cNvPr>
            <p:cNvCxnSpPr>
              <a:cxnSpLocks/>
            </p:cNvCxnSpPr>
            <p:nvPr/>
          </p:nvCxnSpPr>
          <p:spPr>
            <a:xfrm>
              <a:off x="496862" y="0"/>
              <a:ext cx="0" cy="6858000"/>
            </a:xfrm>
            <a:prstGeom prst="line">
              <a:avLst/>
            </a:prstGeom>
            <a:ln w="12700">
              <a:solidFill>
                <a:srgbClr val="4953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ישר 15">
              <a:extLst>
                <a:ext uri="{FF2B5EF4-FFF2-40B4-BE49-F238E27FC236}">
                  <a16:creationId xmlns:a16="http://schemas.microsoft.com/office/drawing/2014/main" id="{7AFA1134-B412-876F-B16B-154C373BE81A}"/>
                </a:ext>
              </a:extLst>
            </p:cNvPr>
            <p:cNvCxnSpPr>
              <a:cxnSpLocks/>
            </p:cNvCxnSpPr>
            <p:nvPr/>
          </p:nvCxnSpPr>
          <p:spPr>
            <a:xfrm>
              <a:off x="11767930" y="0"/>
              <a:ext cx="0" cy="6858000"/>
            </a:xfrm>
            <a:prstGeom prst="line">
              <a:avLst/>
            </a:prstGeom>
            <a:ln w="12700">
              <a:solidFill>
                <a:srgbClr val="4953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מחבר ישר 17">
              <a:extLst>
                <a:ext uri="{FF2B5EF4-FFF2-40B4-BE49-F238E27FC236}">
                  <a16:creationId xmlns:a16="http://schemas.microsoft.com/office/drawing/2014/main" id="{8DB12C48-00A8-495A-D46A-4C9AA41C1BD7}"/>
                </a:ext>
              </a:extLst>
            </p:cNvPr>
            <p:cNvCxnSpPr/>
            <p:nvPr/>
          </p:nvCxnSpPr>
          <p:spPr>
            <a:xfrm>
              <a:off x="0" y="404949"/>
              <a:ext cx="12192000" cy="0"/>
            </a:xfrm>
            <a:prstGeom prst="line">
              <a:avLst/>
            </a:prstGeom>
            <a:ln w="12700">
              <a:solidFill>
                <a:srgbClr val="4953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מחבר ישר 18">
              <a:extLst>
                <a:ext uri="{FF2B5EF4-FFF2-40B4-BE49-F238E27FC236}">
                  <a16:creationId xmlns:a16="http://schemas.microsoft.com/office/drawing/2014/main" id="{73464F8A-8C5A-74E2-0D9A-137709194083}"/>
                </a:ext>
              </a:extLst>
            </p:cNvPr>
            <p:cNvCxnSpPr/>
            <p:nvPr/>
          </p:nvCxnSpPr>
          <p:spPr>
            <a:xfrm>
              <a:off x="0" y="6396446"/>
              <a:ext cx="12192000" cy="0"/>
            </a:xfrm>
            <a:prstGeom prst="line">
              <a:avLst/>
            </a:prstGeom>
            <a:ln w="12700">
              <a:solidFill>
                <a:srgbClr val="4953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25F95CA7-4697-7942-68CC-587BFFAEB23F}"/>
              </a:ext>
            </a:extLst>
          </p:cNvPr>
          <p:cNvGrpSpPr/>
          <p:nvPr/>
        </p:nvGrpSpPr>
        <p:grpSpPr>
          <a:xfrm>
            <a:off x="552413" y="1888594"/>
            <a:ext cx="6301194" cy="1925025"/>
            <a:chOff x="124691" y="1502365"/>
            <a:chExt cx="6301194" cy="1925025"/>
          </a:xfrm>
        </p:grpSpPr>
        <p:sp>
          <p:nvSpPr>
            <p:cNvPr id="3" name="תיבת טקסט 2">
              <a:extLst>
                <a:ext uri="{FF2B5EF4-FFF2-40B4-BE49-F238E27FC236}">
                  <a16:creationId xmlns:a16="http://schemas.microsoft.com/office/drawing/2014/main" id="{585A3F75-08C9-D28E-5C20-41CA2ED931F2}"/>
                </a:ext>
              </a:extLst>
            </p:cNvPr>
            <p:cNvSpPr txBox="1"/>
            <p:nvPr/>
          </p:nvSpPr>
          <p:spPr>
            <a:xfrm>
              <a:off x="1120461" y="1534051"/>
              <a:ext cx="5305424" cy="1893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L" altLang="en-IL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Operational Efficiency:</a:t>
              </a: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br>
                <a:rPr lang="en-US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Restaurants struggle to monitor table status in real-time</a:t>
              </a:r>
              <a:r>
                <a:rPr lang="en-US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Having an automatic algorithm that can monitor the food consumption - </a:t>
              </a: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knowing exactly when a plate is empty allows for faster clearing and better </a:t>
              </a:r>
              <a:r>
                <a:rPr lang="en-US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customer service.</a:t>
              </a:r>
            </a:p>
          </p:txBody>
        </p:sp>
        <p:pic>
          <p:nvPicPr>
            <p:cNvPr id="10" name="גרפיקה 9" descr="שעון עם מילוי מלא">
              <a:extLst>
                <a:ext uri="{FF2B5EF4-FFF2-40B4-BE49-F238E27FC236}">
                  <a16:creationId xmlns:a16="http://schemas.microsoft.com/office/drawing/2014/main" id="{30D9BF31-A51F-C761-85DC-B773E6388F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4691" y="1502365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FAF05D2E-F4C8-39BC-26AD-0FC72D01C5CA}"/>
              </a:ext>
            </a:extLst>
          </p:cNvPr>
          <p:cNvGrpSpPr/>
          <p:nvPr/>
        </p:nvGrpSpPr>
        <p:grpSpPr>
          <a:xfrm>
            <a:off x="580062" y="4047740"/>
            <a:ext cx="6079499" cy="1562527"/>
            <a:chOff x="206061" y="3886200"/>
            <a:chExt cx="6079499" cy="1562527"/>
          </a:xfrm>
        </p:grpSpPr>
        <p:sp>
          <p:nvSpPr>
            <p:cNvPr id="5" name="תיבת טקסט 4">
              <a:extLst>
                <a:ext uri="{FF2B5EF4-FFF2-40B4-BE49-F238E27FC236}">
                  <a16:creationId xmlns:a16="http://schemas.microsoft.com/office/drawing/2014/main" id="{6C505D51-ECFE-3EBD-F9C2-C5532421DF9B}"/>
                </a:ext>
              </a:extLst>
            </p:cNvPr>
            <p:cNvSpPr txBox="1"/>
            <p:nvPr/>
          </p:nvSpPr>
          <p:spPr>
            <a:xfrm>
              <a:off x="1120461" y="3924720"/>
              <a:ext cx="5165099" cy="1524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L" altLang="en-IL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Hardware Challenge:</a:t>
              </a: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br>
                <a:rPr lang="en-US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L" altLang="en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Utilizing existing infrastructure (standard overhead security cameras) rather than requiring specialized, expensive sensors.</a:t>
              </a:r>
              <a:endParaRPr lang="en-US" altLang="en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8" name="גרפיקה 7" descr="מצלמת אינטרנט עם מילוי מלא">
              <a:extLst>
                <a:ext uri="{FF2B5EF4-FFF2-40B4-BE49-F238E27FC236}">
                  <a16:creationId xmlns:a16="http://schemas.microsoft.com/office/drawing/2014/main" id="{C262938D-A085-9E83-F229-4EE2286DB3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6061" y="388620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5696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8E8DE-BD24-1100-2495-A6A21AD8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476D2C4-584C-D581-C354-009FD15DB8F9}"/>
              </a:ext>
            </a:extLst>
          </p:cNvPr>
          <p:cNvSpPr txBox="1"/>
          <p:nvPr/>
        </p:nvSpPr>
        <p:spPr>
          <a:xfrm>
            <a:off x="952464" y="260034"/>
            <a:ext cx="60949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40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task description</a:t>
            </a:r>
            <a:br>
              <a:rPr lang="en-US" sz="40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(The "What")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C3222FA5-A581-8C08-7370-B4A35A7B034B}"/>
              </a:ext>
            </a:extLst>
          </p:cNvPr>
          <p:cNvSpPr txBox="1"/>
          <p:nvPr/>
        </p:nvSpPr>
        <p:spPr>
          <a:xfrm>
            <a:off x="1099483" y="1629503"/>
            <a:ext cx="88050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Objective: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robust classifier to identify the "fullness" of a plate from a top-down perspective.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0E8A8151-CED0-362D-A7FB-3B15665E8A90}"/>
              </a:ext>
            </a:extLst>
          </p:cNvPr>
          <p:cNvSpPr txBox="1"/>
          <p:nvPr/>
        </p:nvSpPr>
        <p:spPr>
          <a:xfrm>
            <a:off x="6690777" y="2664641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Categories: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A21284FB-09F2-6962-8B6F-913697819A8B}"/>
              </a:ext>
            </a:extLst>
          </p:cNvPr>
          <p:cNvSpPr txBox="1"/>
          <p:nvPr/>
        </p:nvSpPr>
        <p:spPr>
          <a:xfrm>
            <a:off x="1099483" y="2573718"/>
            <a:ext cx="505978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Methodology:</a:t>
            </a:r>
          </a:p>
          <a:p>
            <a:pPr algn="l" rtl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Data Generation: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Utilizing Diffusion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to create a controlled and diverse dataset of plates fullness of plates and food types.</a:t>
            </a:r>
          </a:p>
          <a:p>
            <a:pPr algn="l" rtl="0"/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Labeling: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Generating labels based on the prompts used for image creation (Full/Partial/Empty).</a:t>
            </a:r>
          </a:p>
          <a:p>
            <a:pPr algn="l" rtl="0"/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Adaptability: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Teaching the model to work correctly even with different lighting, various types of food, or when things like cutlery and napkins cover parts of the plate.</a:t>
            </a:r>
          </a:p>
        </p:txBody>
      </p: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CC9776EB-855B-824E-DE8D-5338647D3942}"/>
              </a:ext>
            </a:extLst>
          </p:cNvPr>
          <p:cNvGrpSpPr/>
          <p:nvPr/>
        </p:nvGrpSpPr>
        <p:grpSpPr>
          <a:xfrm>
            <a:off x="6133553" y="2506535"/>
            <a:ext cx="6094926" cy="3508952"/>
            <a:chOff x="6133553" y="2506535"/>
            <a:chExt cx="6094926" cy="35089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תיבת טקסט 14">
                  <a:extLst>
                    <a:ext uri="{FF2B5EF4-FFF2-40B4-BE49-F238E27FC236}">
                      <a16:creationId xmlns:a16="http://schemas.microsoft.com/office/drawing/2014/main" id="{F4610BE2-4E3E-E515-DE5A-E7C9067E369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611031" y="4766335"/>
                  <a:ext cx="2244225" cy="9328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 algn="l" rtl="0"/>
                  <a:r>
                    <a:rPr lang="en-US" sz="18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Empty (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US" sz="18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0-20%):</a:t>
                  </a:r>
                </a:p>
                <a:p>
                  <a:pPr lvl="1" algn="l" rtl="0"/>
                  <a:r>
                    <a:rPr lang="en-US" sz="18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Finished meal /</a:t>
                  </a:r>
                </a:p>
                <a:p>
                  <a:pPr lvl="1" algn="l" rtl="0"/>
                  <a:r>
                    <a:rPr lang="en-US" sz="18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scraps only.</a:t>
                  </a:r>
                </a:p>
              </p:txBody>
            </p:sp>
          </mc:Choice>
          <mc:Fallback xmlns="">
            <p:sp>
              <p:nvSpPr>
                <p:cNvPr id="15" name="תיבת טקסט 14">
                  <a:extLst>
                    <a:ext uri="{FF2B5EF4-FFF2-40B4-BE49-F238E27FC236}">
                      <a16:creationId xmlns:a16="http://schemas.microsoft.com/office/drawing/2014/main" id="{F4610BE2-4E3E-E515-DE5A-E7C9067E3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1031" y="4766335"/>
                  <a:ext cx="2244225" cy="932855"/>
                </a:xfrm>
                <a:prstGeom prst="rect">
                  <a:avLst/>
                </a:prstGeom>
                <a:blipFill>
                  <a:blip r:embed="rId2"/>
                  <a:stretch>
                    <a:fillRect t="-3922" r="-2174" b="-84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קבוצה 5">
              <a:extLst>
                <a:ext uri="{FF2B5EF4-FFF2-40B4-BE49-F238E27FC236}">
                  <a16:creationId xmlns:a16="http://schemas.microsoft.com/office/drawing/2014/main" id="{7C00B014-EB2F-AF92-2DA5-6EBD8C55B14D}"/>
                </a:ext>
              </a:extLst>
            </p:cNvPr>
            <p:cNvGrpSpPr/>
            <p:nvPr/>
          </p:nvGrpSpPr>
          <p:grpSpPr>
            <a:xfrm>
              <a:off x="6133553" y="2506535"/>
              <a:ext cx="6094926" cy="3508952"/>
              <a:chOff x="6143217" y="2506535"/>
              <a:chExt cx="6094926" cy="3508952"/>
            </a:xfrm>
          </p:grpSpPr>
          <p:pic>
            <p:nvPicPr>
              <p:cNvPr id="9" name="תמונה 8">
                <a:extLst>
                  <a:ext uri="{FF2B5EF4-FFF2-40B4-BE49-F238E27FC236}">
                    <a16:creationId xmlns:a16="http://schemas.microsoft.com/office/drawing/2014/main" id="{41B58F36-8D52-1D2E-9A2F-E2179FD76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05154" y="3230077"/>
                <a:ext cx="1438286" cy="1447811"/>
              </a:xfrm>
              <a:prstGeom prst="rect">
                <a:avLst/>
              </a:prstGeom>
            </p:spPr>
          </p:pic>
          <p:pic>
            <p:nvPicPr>
              <p:cNvPr id="11" name="תמונה 10">
                <a:extLst>
                  <a:ext uri="{FF2B5EF4-FFF2-40B4-BE49-F238E27FC236}">
                    <a16:creationId xmlns:a16="http://schemas.microsoft.com/office/drawing/2014/main" id="{96812682-588D-B220-CE6E-2D4B02D150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17960" y="3230077"/>
                <a:ext cx="1419235" cy="1438286"/>
              </a:xfrm>
              <a:prstGeom prst="rect">
                <a:avLst/>
              </a:prstGeom>
            </p:spPr>
          </p:pic>
          <p:pic>
            <p:nvPicPr>
              <p:cNvPr id="13" name="תמונה 12">
                <a:extLst>
                  <a:ext uri="{FF2B5EF4-FFF2-40B4-BE49-F238E27FC236}">
                    <a16:creationId xmlns:a16="http://schemas.microsoft.com/office/drawing/2014/main" id="{0BC5B09A-9604-7DD5-4160-11D352F7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45002" y="3230077"/>
                <a:ext cx="1437962" cy="144781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תיבת טקסט 16">
                    <a:extLst>
                      <a:ext uri="{FF2B5EF4-FFF2-40B4-BE49-F238E27FC236}">
                        <a16:creationId xmlns:a16="http://schemas.microsoft.com/office/drawing/2014/main" id="{0736BFE8-F30A-DDF9-274E-57A3FE2B4F7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143217" y="4770233"/>
                    <a:ext cx="6094926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1" algn="l" rtl="0"/>
                    <a:r>
                      <a: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Full (</a:t>
                    </a:r>
                    <a14:m>
                      <m:oMath xmlns:m="http://schemas.openxmlformats.org/officeDocument/2006/math"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~</m:t>
                        </m:r>
                      </m:oMath>
                    </a14:m>
                    <a:r>
                      <a: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90-100%): </a:t>
                    </a:r>
                  </a:p>
                  <a:p>
                    <a:pPr lvl="1" algn="l" rtl="0"/>
                    <a:r>
                      <a: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Dish as served.</a:t>
                    </a:r>
                  </a:p>
                </p:txBody>
              </p:sp>
            </mc:Choice>
            <mc:Fallback xmlns="">
              <p:sp>
                <p:nvSpPr>
                  <p:cNvPr id="17" name="תיבת טקסט 16">
                    <a:extLst>
                      <a:ext uri="{FF2B5EF4-FFF2-40B4-BE49-F238E27FC236}">
                        <a16:creationId xmlns:a16="http://schemas.microsoft.com/office/drawing/2014/main" id="{0736BFE8-F30A-DDF9-274E-57A3FE2B4F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3217" y="4770233"/>
                    <a:ext cx="6094926" cy="6463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5660" b="-141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תיבת טקסט 18" descr="Partial (~&quot;20-7&quot;0%): &#10;In-progress consumption.&#10;">
                    <a:extLst>
                      <a:ext uri="{FF2B5EF4-FFF2-40B4-BE49-F238E27FC236}">
                        <a16:creationId xmlns:a16="http://schemas.microsoft.com/office/drawing/2014/main" id="{D91FD849-E243-DD7F-8C41-C9D82C66E43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894962" y="4771097"/>
                    <a:ext cx="2838181" cy="92333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1" algn="l" rtl="0"/>
                    <a:r>
                      <a: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Partial (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~</m:t>
                        </m:r>
                      </m:oMath>
                    </a14:m>
                    <a:r>
                      <a: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50%): </a:t>
                    </a:r>
                  </a:p>
                  <a:p>
                    <a:pPr lvl="1" algn="l" rtl="0"/>
                    <a:r>
                      <a: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In-progress consumption.</a:t>
                    </a:r>
                  </a:p>
                </p:txBody>
              </p:sp>
            </mc:Choice>
            <mc:Fallback xmlns="">
              <p:sp>
                <p:nvSpPr>
                  <p:cNvPr id="19" name="תיבת טקסט 18">
                    <a:extLst>
                      <a:ext uri="{FF2B5EF4-FFF2-40B4-BE49-F238E27FC236}">
                        <a16:creationId xmlns:a16="http://schemas.microsoft.com/office/drawing/2014/main" id="{D91FD849-E243-DD7F-8C41-C9D82C66E4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94962" y="4771097"/>
                    <a:ext cx="2838181" cy="92333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3974" b="-993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מלבן 1">
                <a:extLst>
                  <a:ext uri="{FF2B5EF4-FFF2-40B4-BE49-F238E27FC236}">
                    <a16:creationId xmlns:a16="http://schemas.microsoft.com/office/drawing/2014/main" id="{831DD6AB-CAC0-D164-5097-3BDD02C9D6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70922" y="2506535"/>
                <a:ext cx="5519763" cy="3508952"/>
              </a:xfrm>
              <a:prstGeom prst="rect">
                <a:avLst/>
              </a:prstGeom>
              <a:noFill/>
              <a:ln>
                <a:solidFill>
                  <a:srgbClr val="60866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מחבר ישר 13">
                <a:extLst>
                  <a:ext uri="{FF2B5EF4-FFF2-40B4-BE49-F238E27FC236}">
                    <a16:creationId xmlns:a16="http://schemas.microsoft.com/office/drawing/2014/main" id="{7C15CE37-E21F-4969-F943-98516323A7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21582" y="3033973"/>
                <a:ext cx="0" cy="28329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מחבר ישר 15">
                <a:extLst>
                  <a:ext uri="{FF2B5EF4-FFF2-40B4-BE49-F238E27FC236}">
                    <a16:creationId xmlns:a16="http://schemas.microsoft.com/office/drawing/2014/main" id="{688FD6A9-D4EF-E99F-D4C5-9088EADED7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69869" y="3033973"/>
                <a:ext cx="0" cy="28329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מחבר ישר 21">
                <a:extLst>
                  <a:ext uri="{FF2B5EF4-FFF2-40B4-BE49-F238E27FC236}">
                    <a16:creationId xmlns:a16="http://schemas.microsoft.com/office/drawing/2014/main" id="{7C9C1000-4996-A4D1-106A-603C6BAA2F30}"/>
                  </a:ext>
                </a:extLst>
              </p:cNvPr>
              <p:cNvCxnSpPr/>
              <p:nvPr/>
            </p:nvCxnSpPr>
            <p:spPr>
              <a:xfrm>
                <a:off x="6469779" y="3033973"/>
                <a:ext cx="552090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מלבן 3">
            <a:extLst>
              <a:ext uri="{FF2B5EF4-FFF2-40B4-BE49-F238E27FC236}">
                <a16:creationId xmlns:a16="http://schemas.microsoft.com/office/drawing/2014/main" id="{D746786E-9EE2-EFAD-C673-517D41809355}"/>
              </a:ext>
            </a:extLst>
          </p:cNvPr>
          <p:cNvSpPr/>
          <p:nvPr/>
        </p:nvSpPr>
        <p:spPr>
          <a:xfrm>
            <a:off x="952464" y="2506529"/>
            <a:ext cx="5324796" cy="3508958"/>
          </a:xfrm>
          <a:prstGeom prst="rect">
            <a:avLst/>
          </a:prstGeom>
          <a:noFill/>
          <a:ln>
            <a:solidFill>
              <a:srgbClr val="6086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4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0B5FD-8AA9-59A5-8B32-80A2B7EC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09273810-20AC-23A0-1EF9-174B754E37A9}"/>
              </a:ext>
            </a:extLst>
          </p:cNvPr>
          <p:cNvSpPr txBox="1"/>
          <p:nvPr/>
        </p:nvSpPr>
        <p:spPr>
          <a:xfrm>
            <a:off x="911044" y="398740"/>
            <a:ext cx="6094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he-IL" sz="40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and Methods</a:t>
            </a:r>
            <a:endParaRPr lang="en-US" sz="4000" b="1" dirty="0">
              <a:solidFill>
                <a:srgbClr val="49535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קבוצה 13">
            <a:extLst>
              <a:ext uri="{FF2B5EF4-FFF2-40B4-BE49-F238E27FC236}">
                <a16:creationId xmlns:a16="http://schemas.microsoft.com/office/drawing/2014/main" id="{2B9A9E0A-7908-C759-546B-593C0A77F59B}"/>
              </a:ext>
            </a:extLst>
          </p:cNvPr>
          <p:cNvGrpSpPr/>
          <p:nvPr/>
        </p:nvGrpSpPr>
        <p:grpSpPr>
          <a:xfrm>
            <a:off x="911044" y="1595444"/>
            <a:ext cx="3687728" cy="4494493"/>
            <a:chOff x="911044" y="1595444"/>
            <a:chExt cx="3687728" cy="4494493"/>
          </a:xfrm>
        </p:grpSpPr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F6E7966-1342-EC00-A5E9-1B3D426EB640}"/>
                </a:ext>
              </a:extLst>
            </p:cNvPr>
            <p:cNvSpPr txBox="1"/>
            <p:nvPr/>
          </p:nvSpPr>
          <p:spPr>
            <a:xfrm>
              <a:off x="2115351" y="1595444"/>
              <a:ext cx="121374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rtl="0">
                <a:buNone/>
              </a:pPr>
              <a:r>
                <a:rPr lang="en-US" sz="2400" b="1" dirty="0">
                  <a:solidFill>
                    <a:srgbClr val="738E78"/>
                  </a:solidFill>
                </a:rPr>
                <a:t>Pipeline</a:t>
              </a:r>
            </a:p>
          </p:txBody>
        </p:sp>
        <p:grpSp>
          <p:nvGrpSpPr>
            <p:cNvPr id="13" name="קבוצה 12">
              <a:extLst>
                <a:ext uri="{FF2B5EF4-FFF2-40B4-BE49-F238E27FC236}">
                  <a16:creationId xmlns:a16="http://schemas.microsoft.com/office/drawing/2014/main" id="{78D39DAE-9C75-F665-F794-0AB140BF2F15}"/>
                </a:ext>
              </a:extLst>
            </p:cNvPr>
            <p:cNvGrpSpPr/>
            <p:nvPr/>
          </p:nvGrpSpPr>
          <p:grpSpPr>
            <a:xfrm>
              <a:off x="911044" y="2157573"/>
              <a:ext cx="3687728" cy="3932364"/>
              <a:chOff x="911044" y="2157573"/>
              <a:chExt cx="3687728" cy="3932364"/>
            </a:xfrm>
          </p:grpSpPr>
          <p:grpSp>
            <p:nvGrpSpPr>
              <p:cNvPr id="29" name="קבוצה 28">
                <a:extLst>
                  <a:ext uri="{FF2B5EF4-FFF2-40B4-BE49-F238E27FC236}">
                    <a16:creationId xmlns:a16="http://schemas.microsoft.com/office/drawing/2014/main" id="{B30B82BA-A41A-A2C2-EE1F-32B868C37729}"/>
                  </a:ext>
                </a:extLst>
              </p:cNvPr>
              <p:cNvGrpSpPr/>
              <p:nvPr/>
            </p:nvGrpSpPr>
            <p:grpSpPr>
              <a:xfrm>
                <a:off x="1038957" y="3199573"/>
                <a:ext cx="3362262" cy="796550"/>
                <a:chOff x="1050263" y="3243001"/>
                <a:chExt cx="3362262" cy="796550"/>
              </a:xfrm>
            </p:grpSpPr>
            <p:sp>
              <p:nvSpPr>
                <p:cNvPr id="9" name="תיבת טקסט 8">
                  <a:extLst>
                    <a:ext uri="{FF2B5EF4-FFF2-40B4-BE49-F238E27FC236}">
                      <a16:creationId xmlns:a16="http://schemas.microsoft.com/office/drawing/2014/main" id="{22CC1D74-A404-8252-D44A-11351515DD61}"/>
                    </a:ext>
                  </a:extLst>
                </p:cNvPr>
                <p:cNvSpPr txBox="1"/>
                <p:nvPr/>
              </p:nvSpPr>
              <p:spPr>
                <a:xfrm>
                  <a:off x="1050263" y="3352360"/>
                  <a:ext cx="3303928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sz="1600" dirty="0"/>
                    <a:t>Apply controlled cropping to isolate table regions </a:t>
                  </a:r>
                </a:p>
              </p:txBody>
            </p:sp>
            <p:sp>
              <p:nvSpPr>
                <p:cNvPr id="6" name="מלבן 5">
                  <a:extLst>
                    <a:ext uri="{FF2B5EF4-FFF2-40B4-BE49-F238E27FC236}">
                      <a16:creationId xmlns:a16="http://schemas.microsoft.com/office/drawing/2014/main" id="{01B14A80-76CD-9530-50B5-038BAC159F18}"/>
                    </a:ext>
                  </a:extLst>
                </p:cNvPr>
                <p:cNvSpPr/>
                <p:nvPr/>
              </p:nvSpPr>
              <p:spPr>
                <a:xfrm>
                  <a:off x="1050263" y="3243001"/>
                  <a:ext cx="3362262" cy="796550"/>
                </a:xfrm>
                <a:prstGeom prst="rect">
                  <a:avLst/>
                </a:prstGeom>
                <a:noFill/>
                <a:ln>
                  <a:solidFill>
                    <a:srgbClr val="4953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" name="קבוצה 27">
                <a:extLst>
                  <a:ext uri="{FF2B5EF4-FFF2-40B4-BE49-F238E27FC236}">
                    <a16:creationId xmlns:a16="http://schemas.microsoft.com/office/drawing/2014/main" id="{54C15B1D-6A9D-B21E-E676-2FA5EF399C9F}"/>
                  </a:ext>
                </a:extLst>
              </p:cNvPr>
              <p:cNvGrpSpPr/>
              <p:nvPr/>
            </p:nvGrpSpPr>
            <p:grpSpPr>
              <a:xfrm>
                <a:off x="1050263" y="2157573"/>
                <a:ext cx="3548509" cy="796550"/>
                <a:chOff x="991929" y="2271499"/>
                <a:chExt cx="3548509" cy="796550"/>
              </a:xfrm>
            </p:grpSpPr>
            <p:sp>
              <p:nvSpPr>
                <p:cNvPr id="8" name="תיבת טקסט 7">
                  <a:extLst>
                    <a:ext uri="{FF2B5EF4-FFF2-40B4-BE49-F238E27FC236}">
                      <a16:creationId xmlns:a16="http://schemas.microsoft.com/office/drawing/2014/main" id="{140C878A-05EC-1096-7BEC-DFA10EB84F11}"/>
                    </a:ext>
                  </a:extLst>
                </p:cNvPr>
                <p:cNvSpPr txBox="1"/>
                <p:nvPr/>
              </p:nvSpPr>
              <p:spPr>
                <a:xfrm>
                  <a:off x="1050263" y="2466240"/>
                  <a:ext cx="349017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 rtl="0"/>
                  <a:r>
                    <a:rPr lang="en-US" sz="1600" dirty="0"/>
                    <a:t>Generate synthetic multi-table scenes </a:t>
                  </a:r>
                </a:p>
              </p:txBody>
            </p:sp>
            <p:sp>
              <p:nvSpPr>
                <p:cNvPr id="22" name="מלבן 21">
                  <a:extLst>
                    <a:ext uri="{FF2B5EF4-FFF2-40B4-BE49-F238E27FC236}">
                      <a16:creationId xmlns:a16="http://schemas.microsoft.com/office/drawing/2014/main" id="{07ACD8DB-7B3C-F506-1B61-EA87B59DCF5A}"/>
                    </a:ext>
                  </a:extLst>
                </p:cNvPr>
                <p:cNvSpPr/>
                <p:nvPr/>
              </p:nvSpPr>
              <p:spPr>
                <a:xfrm>
                  <a:off x="991929" y="2271499"/>
                  <a:ext cx="3362262" cy="796550"/>
                </a:xfrm>
                <a:prstGeom prst="rect">
                  <a:avLst/>
                </a:prstGeom>
                <a:noFill/>
                <a:ln>
                  <a:solidFill>
                    <a:srgbClr val="4953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" name="קבוצה 29">
                <a:extLst>
                  <a:ext uri="{FF2B5EF4-FFF2-40B4-BE49-F238E27FC236}">
                    <a16:creationId xmlns:a16="http://schemas.microsoft.com/office/drawing/2014/main" id="{D8F78F60-6428-257D-07B4-F5A867595402}"/>
                  </a:ext>
                </a:extLst>
              </p:cNvPr>
              <p:cNvGrpSpPr/>
              <p:nvPr/>
            </p:nvGrpSpPr>
            <p:grpSpPr>
              <a:xfrm>
                <a:off x="1038957" y="4245360"/>
                <a:ext cx="3490175" cy="796550"/>
                <a:chOff x="1050263" y="4177428"/>
                <a:chExt cx="3490175" cy="796550"/>
              </a:xfrm>
            </p:grpSpPr>
            <p:sp>
              <p:nvSpPr>
                <p:cNvPr id="10" name="תיבת טקסט 9">
                  <a:extLst>
                    <a:ext uri="{FF2B5EF4-FFF2-40B4-BE49-F238E27FC236}">
                      <a16:creationId xmlns:a16="http://schemas.microsoft.com/office/drawing/2014/main" id="{321946F7-D8ED-92D8-1230-DF3105A2C875}"/>
                    </a:ext>
                  </a:extLst>
                </p:cNvPr>
                <p:cNvSpPr txBox="1"/>
                <p:nvPr/>
              </p:nvSpPr>
              <p:spPr>
                <a:xfrm>
                  <a:off x="1050263" y="4406426"/>
                  <a:ext cx="349017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 rtl="0"/>
                  <a:r>
                    <a:rPr lang="en-US" sz="1600" dirty="0"/>
                    <a:t>Extract plate regions within each table </a:t>
                  </a:r>
                </a:p>
              </p:txBody>
            </p:sp>
            <p:sp>
              <p:nvSpPr>
                <p:cNvPr id="23" name="מלבן 22">
                  <a:extLst>
                    <a:ext uri="{FF2B5EF4-FFF2-40B4-BE49-F238E27FC236}">
                      <a16:creationId xmlns:a16="http://schemas.microsoft.com/office/drawing/2014/main" id="{B8258BD4-7430-9EFC-57F6-4BB1D43DC964}"/>
                    </a:ext>
                  </a:extLst>
                </p:cNvPr>
                <p:cNvSpPr/>
                <p:nvPr/>
              </p:nvSpPr>
              <p:spPr>
                <a:xfrm>
                  <a:off x="1050263" y="4177428"/>
                  <a:ext cx="3362262" cy="796550"/>
                </a:xfrm>
                <a:prstGeom prst="rect">
                  <a:avLst/>
                </a:prstGeom>
                <a:noFill/>
                <a:ln>
                  <a:solidFill>
                    <a:srgbClr val="4953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קבוצה 30">
                <a:extLst>
                  <a:ext uri="{FF2B5EF4-FFF2-40B4-BE49-F238E27FC236}">
                    <a16:creationId xmlns:a16="http://schemas.microsoft.com/office/drawing/2014/main" id="{956A6045-8D69-3F31-7887-3C08BFC230AE}"/>
                  </a:ext>
                </a:extLst>
              </p:cNvPr>
              <p:cNvGrpSpPr/>
              <p:nvPr/>
            </p:nvGrpSpPr>
            <p:grpSpPr>
              <a:xfrm>
                <a:off x="911044" y="5293387"/>
                <a:ext cx="3490175" cy="796550"/>
                <a:chOff x="927972" y="5147798"/>
                <a:chExt cx="3490175" cy="796550"/>
              </a:xfrm>
            </p:grpSpPr>
            <p:sp>
              <p:nvSpPr>
                <p:cNvPr id="11" name="תיבת טקסט 10">
                  <a:extLst>
                    <a:ext uri="{FF2B5EF4-FFF2-40B4-BE49-F238E27FC236}">
                      <a16:creationId xmlns:a16="http://schemas.microsoft.com/office/drawing/2014/main" id="{1667A51A-3AF8-EF6E-7421-66399CAC9169}"/>
                    </a:ext>
                  </a:extLst>
                </p:cNvPr>
                <p:cNvSpPr txBox="1"/>
                <p:nvPr/>
              </p:nvSpPr>
              <p:spPr>
                <a:xfrm>
                  <a:off x="927972" y="5253685"/>
                  <a:ext cx="3490175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 rtl="0"/>
                  <a:r>
                    <a:rPr lang="en-US" sz="1600" dirty="0"/>
                    <a:t>Classify food consumption level </a:t>
                  </a:r>
                  <a:br>
                    <a:rPr lang="en-US" sz="1600" dirty="0"/>
                  </a:br>
                  <a:r>
                    <a:rPr lang="en-US" sz="1600" dirty="0"/>
                    <a:t>per plate </a:t>
                  </a:r>
                </a:p>
              </p:txBody>
            </p:sp>
            <p:sp>
              <p:nvSpPr>
                <p:cNvPr id="24" name="מלבן 23">
                  <a:extLst>
                    <a:ext uri="{FF2B5EF4-FFF2-40B4-BE49-F238E27FC236}">
                      <a16:creationId xmlns:a16="http://schemas.microsoft.com/office/drawing/2014/main" id="{20925DC3-860C-CE20-0BA5-C89ECF8D4A21}"/>
                    </a:ext>
                  </a:extLst>
                </p:cNvPr>
                <p:cNvSpPr/>
                <p:nvPr/>
              </p:nvSpPr>
              <p:spPr>
                <a:xfrm>
                  <a:off x="1050263" y="5147798"/>
                  <a:ext cx="3362262" cy="796550"/>
                </a:xfrm>
                <a:prstGeom prst="rect">
                  <a:avLst/>
                </a:prstGeom>
                <a:noFill/>
                <a:ln>
                  <a:solidFill>
                    <a:srgbClr val="4953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" name="חץ: למטה 31">
                <a:extLst>
                  <a:ext uri="{FF2B5EF4-FFF2-40B4-BE49-F238E27FC236}">
                    <a16:creationId xmlns:a16="http://schemas.microsoft.com/office/drawing/2014/main" id="{4BCEBB1C-E764-47B0-A54C-7EE55271E91A}"/>
                  </a:ext>
                </a:extLst>
              </p:cNvPr>
              <p:cNvSpPr/>
              <p:nvPr/>
            </p:nvSpPr>
            <p:spPr>
              <a:xfrm>
                <a:off x="2610082" y="2967088"/>
                <a:ext cx="224287" cy="239428"/>
              </a:xfrm>
              <a:prstGeom prst="downArrow">
                <a:avLst/>
              </a:prstGeom>
              <a:solidFill>
                <a:srgbClr val="738E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חץ: למטה 33">
                <a:extLst>
                  <a:ext uri="{FF2B5EF4-FFF2-40B4-BE49-F238E27FC236}">
                    <a16:creationId xmlns:a16="http://schemas.microsoft.com/office/drawing/2014/main" id="{BAE06D9D-A08A-D59D-A4EB-80293D57DFDF}"/>
                  </a:ext>
                </a:extLst>
              </p:cNvPr>
              <p:cNvSpPr/>
              <p:nvPr/>
            </p:nvSpPr>
            <p:spPr>
              <a:xfrm>
                <a:off x="2610082" y="4019758"/>
                <a:ext cx="224287" cy="239428"/>
              </a:xfrm>
              <a:prstGeom prst="downArrow">
                <a:avLst/>
              </a:prstGeom>
              <a:solidFill>
                <a:srgbClr val="738E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חץ: למטה 34">
                <a:extLst>
                  <a:ext uri="{FF2B5EF4-FFF2-40B4-BE49-F238E27FC236}">
                    <a16:creationId xmlns:a16="http://schemas.microsoft.com/office/drawing/2014/main" id="{D78F03E0-C5DE-BA78-94EE-09193C26B6DD}"/>
                  </a:ext>
                </a:extLst>
              </p:cNvPr>
              <p:cNvSpPr/>
              <p:nvPr/>
            </p:nvSpPr>
            <p:spPr>
              <a:xfrm>
                <a:off x="2602322" y="5071257"/>
                <a:ext cx="224287" cy="239428"/>
              </a:xfrm>
              <a:prstGeom prst="downArrow">
                <a:avLst/>
              </a:prstGeom>
              <a:solidFill>
                <a:srgbClr val="738E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37" name="מחבר ישר 36">
            <a:extLst>
              <a:ext uri="{FF2B5EF4-FFF2-40B4-BE49-F238E27FC236}">
                <a16:creationId xmlns:a16="http://schemas.microsoft.com/office/drawing/2014/main" id="{2502514E-F486-2AA9-A566-22161548A5D5}"/>
              </a:ext>
            </a:extLst>
          </p:cNvPr>
          <p:cNvCxnSpPr/>
          <p:nvPr/>
        </p:nvCxnSpPr>
        <p:spPr>
          <a:xfrm>
            <a:off x="5134271" y="1561243"/>
            <a:ext cx="0" cy="4754364"/>
          </a:xfrm>
          <a:prstGeom prst="line">
            <a:avLst/>
          </a:prstGeom>
          <a:ln w="28575">
            <a:solidFill>
              <a:srgbClr val="6086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9A8DAC0A-45B8-54EC-6D65-1008B5857AF9}"/>
              </a:ext>
            </a:extLst>
          </p:cNvPr>
          <p:cNvGrpSpPr/>
          <p:nvPr/>
        </p:nvGrpSpPr>
        <p:grpSpPr>
          <a:xfrm>
            <a:off x="5543195" y="1982644"/>
            <a:ext cx="4675089" cy="1882535"/>
            <a:chOff x="5543195" y="1982644"/>
            <a:chExt cx="4675089" cy="1882535"/>
          </a:xfrm>
        </p:grpSpPr>
        <p:sp>
          <p:nvSpPr>
            <p:cNvPr id="5" name="תיבת טקסט 4">
              <a:extLst>
                <a:ext uri="{FF2B5EF4-FFF2-40B4-BE49-F238E27FC236}">
                  <a16:creationId xmlns:a16="http://schemas.microsoft.com/office/drawing/2014/main" id="{C1DF0BBB-37C6-4031-C953-DC4BF9B4F02D}"/>
                </a:ext>
              </a:extLst>
            </p:cNvPr>
            <p:cNvSpPr txBox="1"/>
            <p:nvPr/>
          </p:nvSpPr>
          <p:spPr>
            <a:xfrm>
              <a:off x="5669771" y="2304959"/>
              <a:ext cx="4548513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/>
              <a:r>
                <a:rPr lang="en-US" sz="1800" b="1" dirty="0"/>
                <a:t>Training &amp; Evaluation</a:t>
              </a:r>
            </a:p>
            <a:p>
              <a:pPr algn="l" rtl="0"/>
              <a:r>
                <a:rPr lang="en-US" sz="1800" dirty="0"/>
                <a:t>Train multiple models on synthetic data </a:t>
              </a:r>
            </a:p>
            <a:p>
              <a:pPr algn="l" rtl="0"/>
              <a:r>
                <a:rPr lang="en-US" sz="1800" dirty="0"/>
                <a:t>Compare performance across models </a:t>
              </a:r>
            </a:p>
            <a:p>
              <a:pPr algn="l" rtl="0"/>
              <a:r>
                <a:rPr lang="en-US" sz="1800" dirty="0"/>
                <a:t>Evaluate robustness to noise and occlusions.</a:t>
              </a:r>
            </a:p>
            <a:p>
              <a:pPr algn="l" rtl="0"/>
              <a:endParaRPr lang="en-US" sz="1800" dirty="0"/>
            </a:p>
          </p:txBody>
        </p:sp>
        <p:sp>
          <p:nvSpPr>
            <p:cNvPr id="2" name="מלבן 1">
              <a:extLst>
                <a:ext uri="{FF2B5EF4-FFF2-40B4-BE49-F238E27FC236}">
                  <a16:creationId xmlns:a16="http://schemas.microsoft.com/office/drawing/2014/main" id="{D0EE9BA4-E861-F844-97D0-DF2114C0A3FE}"/>
                </a:ext>
              </a:extLst>
            </p:cNvPr>
            <p:cNvSpPr/>
            <p:nvPr/>
          </p:nvSpPr>
          <p:spPr>
            <a:xfrm>
              <a:off x="5543195" y="1982644"/>
              <a:ext cx="4452728" cy="1882535"/>
            </a:xfrm>
            <a:prstGeom prst="rect">
              <a:avLst/>
            </a:prstGeom>
            <a:noFill/>
            <a:ln>
              <a:solidFill>
                <a:srgbClr val="4953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352AD22C-E250-1DEF-D9E6-30C09A2EF6C5}"/>
              </a:ext>
            </a:extLst>
          </p:cNvPr>
          <p:cNvGrpSpPr/>
          <p:nvPr/>
        </p:nvGrpSpPr>
        <p:grpSpPr>
          <a:xfrm>
            <a:off x="5543195" y="4207402"/>
            <a:ext cx="4452728" cy="1882535"/>
            <a:chOff x="5543195" y="4207402"/>
            <a:chExt cx="4452728" cy="1882535"/>
          </a:xfrm>
        </p:grpSpPr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031B489B-6D8B-663E-170C-93120FE5089C}"/>
                </a:ext>
              </a:extLst>
            </p:cNvPr>
            <p:cNvSpPr txBox="1"/>
            <p:nvPr/>
          </p:nvSpPr>
          <p:spPr>
            <a:xfrm>
              <a:off x="5669771" y="4627250"/>
              <a:ext cx="402424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rtl="0">
                <a:buNone/>
              </a:pPr>
              <a:r>
                <a:rPr lang="en-US" sz="1800" b="1" dirty="0"/>
                <a:t>Models and Fine-tuning:</a:t>
              </a:r>
            </a:p>
            <a:p>
              <a:pPr algn="l" rtl="0"/>
              <a:r>
                <a:rPr lang="en-US" dirty="0"/>
                <a:t>Train CNN and </a:t>
              </a:r>
              <a:r>
                <a:rPr lang="en-US" dirty="0" err="1"/>
                <a:t>ViT</a:t>
              </a:r>
              <a:r>
                <a:rPr lang="en-US" dirty="0"/>
                <a:t> on synthetic data  </a:t>
              </a:r>
            </a:p>
            <a:p>
              <a:pPr algn="l" rtl="0"/>
              <a:r>
                <a:rPr lang="en-US" dirty="0"/>
                <a:t>Evaluate CLIP as a pre-trained model</a:t>
              </a:r>
              <a:endParaRPr lang="en-US" sz="1800" dirty="0"/>
            </a:p>
          </p:txBody>
        </p:sp>
        <p:sp>
          <p:nvSpPr>
            <p:cNvPr id="12" name="מלבן 11">
              <a:extLst>
                <a:ext uri="{FF2B5EF4-FFF2-40B4-BE49-F238E27FC236}">
                  <a16:creationId xmlns:a16="http://schemas.microsoft.com/office/drawing/2014/main" id="{94461C90-D5CB-1658-2E93-F39E8202C371}"/>
                </a:ext>
              </a:extLst>
            </p:cNvPr>
            <p:cNvSpPr/>
            <p:nvPr/>
          </p:nvSpPr>
          <p:spPr>
            <a:xfrm>
              <a:off x="5543195" y="4207402"/>
              <a:ext cx="4452728" cy="1882535"/>
            </a:xfrm>
            <a:prstGeom prst="rect">
              <a:avLst/>
            </a:prstGeom>
            <a:noFill/>
            <a:ln>
              <a:solidFill>
                <a:srgbClr val="4953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קבוצה 16">
            <a:extLst>
              <a:ext uri="{FF2B5EF4-FFF2-40B4-BE49-F238E27FC236}">
                <a16:creationId xmlns:a16="http://schemas.microsoft.com/office/drawing/2014/main" id="{69438C21-E103-6E4B-407C-DBD181A12F8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18" name="מחבר ישר 17">
              <a:extLst>
                <a:ext uri="{FF2B5EF4-FFF2-40B4-BE49-F238E27FC236}">
                  <a16:creationId xmlns:a16="http://schemas.microsoft.com/office/drawing/2014/main" id="{D89971E6-636E-BA30-E84C-FD3554806745}"/>
                </a:ext>
              </a:extLst>
            </p:cNvPr>
            <p:cNvCxnSpPr>
              <a:cxnSpLocks/>
            </p:cNvCxnSpPr>
            <p:nvPr/>
          </p:nvCxnSpPr>
          <p:spPr>
            <a:xfrm>
              <a:off x="11767930" y="0"/>
              <a:ext cx="0" cy="685800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מחבר ישר 18">
              <a:extLst>
                <a:ext uri="{FF2B5EF4-FFF2-40B4-BE49-F238E27FC236}">
                  <a16:creationId xmlns:a16="http://schemas.microsoft.com/office/drawing/2014/main" id="{17116F67-157F-B18E-6C24-2FF07CBA36D5}"/>
                </a:ext>
              </a:extLst>
            </p:cNvPr>
            <p:cNvCxnSpPr>
              <a:cxnSpLocks/>
            </p:cNvCxnSpPr>
            <p:nvPr/>
          </p:nvCxnSpPr>
          <p:spPr>
            <a:xfrm>
              <a:off x="496862" y="0"/>
              <a:ext cx="0" cy="685800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ישר 19">
              <a:extLst>
                <a:ext uri="{FF2B5EF4-FFF2-40B4-BE49-F238E27FC236}">
                  <a16:creationId xmlns:a16="http://schemas.microsoft.com/office/drawing/2014/main" id="{E5951341-3CB1-460F-D3CD-8394A59CEAD8}"/>
                </a:ext>
              </a:extLst>
            </p:cNvPr>
            <p:cNvCxnSpPr/>
            <p:nvPr/>
          </p:nvCxnSpPr>
          <p:spPr>
            <a:xfrm>
              <a:off x="0" y="404949"/>
              <a:ext cx="12192000" cy="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מחבר ישר 20">
              <a:extLst>
                <a:ext uri="{FF2B5EF4-FFF2-40B4-BE49-F238E27FC236}">
                  <a16:creationId xmlns:a16="http://schemas.microsoft.com/office/drawing/2014/main" id="{9F19A299-612C-C7EA-FF0F-23B6B31B3997}"/>
                </a:ext>
              </a:extLst>
            </p:cNvPr>
            <p:cNvCxnSpPr/>
            <p:nvPr/>
          </p:nvCxnSpPr>
          <p:spPr>
            <a:xfrm>
              <a:off x="0" y="6396446"/>
              <a:ext cx="12192000" cy="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99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65E4E-BE59-7455-0E6A-05AAF3FB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0B75BB79-6A65-EEF5-0BEF-984AC274ADB8}"/>
              </a:ext>
            </a:extLst>
          </p:cNvPr>
          <p:cNvSpPr txBox="1"/>
          <p:nvPr/>
        </p:nvSpPr>
        <p:spPr>
          <a:xfrm>
            <a:off x="724875" y="437764"/>
            <a:ext cx="87910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40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Specification and Generation</a:t>
            </a:r>
          </a:p>
        </p:txBody>
      </p:sp>
      <p:grpSp>
        <p:nvGrpSpPr>
          <p:cNvPr id="17" name="קבוצה 16">
            <a:extLst>
              <a:ext uri="{FF2B5EF4-FFF2-40B4-BE49-F238E27FC236}">
                <a16:creationId xmlns:a16="http://schemas.microsoft.com/office/drawing/2014/main" id="{5845AE70-04B9-F1C7-E076-9C0BAC9DEC29}"/>
              </a:ext>
            </a:extLst>
          </p:cNvPr>
          <p:cNvGrpSpPr/>
          <p:nvPr/>
        </p:nvGrpSpPr>
        <p:grpSpPr>
          <a:xfrm>
            <a:off x="7271987" y="4159677"/>
            <a:ext cx="3364502" cy="1946946"/>
            <a:chOff x="7271987" y="4159677"/>
            <a:chExt cx="3364502" cy="1946946"/>
          </a:xfrm>
        </p:grpSpPr>
        <p:sp>
          <p:nvSpPr>
            <p:cNvPr id="13" name="מלבן 12">
              <a:extLst>
                <a:ext uri="{FF2B5EF4-FFF2-40B4-BE49-F238E27FC236}">
                  <a16:creationId xmlns:a16="http://schemas.microsoft.com/office/drawing/2014/main" id="{9DD2BCCD-AE02-3D75-CA19-3889D980EF68}"/>
                </a:ext>
              </a:extLst>
            </p:cNvPr>
            <p:cNvSpPr/>
            <p:nvPr/>
          </p:nvSpPr>
          <p:spPr>
            <a:xfrm>
              <a:off x="7271987" y="4159677"/>
              <a:ext cx="3364502" cy="19469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6086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תיבת טקסט 4">
              <a:extLst>
                <a:ext uri="{FF2B5EF4-FFF2-40B4-BE49-F238E27FC236}">
                  <a16:creationId xmlns:a16="http://schemas.microsoft.com/office/drawing/2014/main" id="{86C26082-1BDE-3FB0-1F0A-EB726FD1C04E}"/>
                </a:ext>
              </a:extLst>
            </p:cNvPr>
            <p:cNvSpPr txBox="1"/>
            <p:nvPr/>
          </p:nvSpPr>
          <p:spPr>
            <a:xfrm>
              <a:off x="7359359" y="4512337"/>
              <a:ext cx="318975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rtl="0">
                <a:buNone/>
              </a:pPr>
              <a:r>
                <a:rPr lang="en-US" b="1" dirty="0"/>
                <a:t>Labeling</a:t>
              </a:r>
            </a:p>
            <a:p>
              <a:pPr algn="l" rtl="0"/>
              <a:r>
                <a:rPr lang="en-US" dirty="0"/>
                <a:t>Labels are inferred from the generation setup and prompts</a:t>
              </a:r>
              <a:endParaRPr lang="he-IL" dirty="0"/>
            </a:p>
          </p:txBody>
        </p:sp>
      </p:grp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311E9CDC-D958-AB6E-D1A9-05EE7E098694}"/>
              </a:ext>
            </a:extLst>
          </p:cNvPr>
          <p:cNvGrpSpPr/>
          <p:nvPr/>
        </p:nvGrpSpPr>
        <p:grpSpPr>
          <a:xfrm>
            <a:off x="882689" y="1408365"/>
            <a:ext cx="6246726" cy="1405678"/>
            <a:chOff x="882689" y="1408365"/>
            <a:chExt cx="6246726" cy="1405678"/>
          </a:xfrm>
        </p:grpSpPr>
        <p:sp>
          <p:nvSpPr>
            <p:cNvPr id="2" name="מלבן 1">
              <a:extLst>
                <a:ext uri="{FF2B5EF4-FFF2-40B4-BE49-F238E27FC236}">
                  <a16:creationId xmlns:a16="http://schemas.microsoft.com/office/drawing/2014/main" id="{873DA459-AD38-8C48-77FE-0EB9082ACAC7}"/>
                </a:ext>
              </a:extLst>
            </p:cNvPr>
            <p:cNvSpPr/>
            <p:nvPr/>
          </p:nvSpPr>
          <p:spPr>
            <a:xfrm>
              <a:off x="882689" y="1408365"/>
              <a:ext cx="6042992" cy="1405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6086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B2172D1F-1314-A0DB-A7B6-801D3FEA7FF0}"/>
                </a:ext>
              </a:extLst>
            </p:cNvPr>
            <p:cNvSpPr txBox="1"/>
            <p:nvPr/>
          </p:nvSpPr>
          <p:spPr>
            <a:xfrm>
              <a:off x="1035421" y="1478259"/>
              <a:ext cx="609399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rtl="0">
                <a:buNone/>
              </a:pPr>
              <a:r>
                <a:rPr lang="en-US" b="1" dirty="0"/>
                <a:t>Problem</a:t>
              </a:r>
            </a:p>
            <a:p>
              <a:pPr algn="l" rtl="0"/>
              <a:r>
                <a:rPr lang="en-US" dirty="0"/>
                <a:t>Limited availability of suitable labeled data </a:t>
              </a:r>
            </a:p>
            <a:p>
              <a:pPr algn="l" rtl="0"/>
              <a:r>
                <a:rPr lang="en-US" dirty="0"/>
                <a:t>Existing datasets do not match the required scenario</a:t>
              </a:r>
              <a:br>
                <a:rPr lang="en-US" dirty="0"/>
              </a:br>
              <a:r>
                <a:rPr lang="en-US" dirty="0"/>
                <a:t>(top-view restaurant tables with food consumption labels) </a:t>
              </a:r>
            </a:p>
          </p:txBody>
        </p:sp>
      </p:grpSp>
      <p:grpSp>
        <p:nvGrpSpPr>
          <p:cNvPr id="11" name="קבוצה 10">
            <a:extLst>
              <a:ext uri="{FF2B5EF4-FFF2-40B4-BE49-F238E27FC236}">
                <a16:creationId xmlns:a16="http://schemas.microsoft.com/office/drawing/2014/main" id="{2ACEA39D-C51E-3014-DFD9-F40142F35305}"/>
              </a:ext>
            </a:extLst>
          </p:cNvPr>
          <p:cNvGrpSpPr/>
          <p:nvPr/>
        </p:nvGrpSpPr>
        <p:grpSpPr>
          <a:xfrm>
            <a:off x="882689" y="3006922"/>
            <a:ext cx="6297728" cy="1405678"/>
            <a:chOff x="882689" y="3006922"/>
            <a:chExt cx="6297728" cy="1405678"/>
          </a:xfrm>
        </p:grpSpPr>
        <p:sp>
          <p:nvSpPr>
            <p:cNvPr id="4" name="מלבן 3">
              <a:extLst>
                <a:ext uri="{FF2B5EF4-FFF2-40B4-BE49-F238E27FC236}">
                  <a16:creationId xmlns:a16="http://schemas.microsoft.com/office/drawing/2014/main" id="{669C6DA3-13C1-A14A-4D25-E3CFBF26E010}"/>
                </a:ext>
              </a:extLst>
            </p:cNvPr>
            <p:cNvSpPr/>
            <p:nvPr/>
          </p:nvSpPr>
          <p:spPr>
            <a:xfrm>
              <a:off x="882689" y="3006922"/>
              <a:ext cx="6042992" cy="1405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6086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03277394-5739-62EB-A420-73F0256C232F}"/>
                </a:ext>
              </a:extLst>
            </p:cNvPr>
            <p:cNvSpPr txBox="1"/>
            <p:nvPr/>
          </p:nvSpPr>
          <p:spPr>
            <a:xfrm>
              <a:off x="1086423" y="3236347"/>
              <a:ext cx="609399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rtl="0">
                <a:buNone/>
              </a:pPr>
              <a:r>
                <a:rPr lang="en-US" b="1" dirty="0"/>
                <a:t>Data Generation</a:t>
              </a:r>
            </a:p>
            <a:p>
              <a:pPr algn="l" rtl="0"/>
              <a:r>
                <a:rPr lang="en-US" dirty="0"/>
                <a:t>Generate synthetic images using generative models </a:t>
              </a:r>
              <a:endParaRPr lang="he-IL" dirty="0"/>
            </a:p>
            <a:p>
              <a:pPr algn="l" rtl="0"/>
              <a:r>
                <a:rPr lang="en-US" dirty="0"/>
                <a:t>Use prompt-based generation to control scene properties </a:t>
              </a:r>
            </a:p>
          </p:txBody>
        </p:sp>
      </p:grpSp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B585EDB6-59FA-8C30-6BD3-AFD05DB939E4}"/>
              </a:ext>
            </a:extLst>
          </p:cNvPr>
          <p:cNvGrpSpPr/>
          <p:nvPr/>
        </p:nvGrpSpPr>
        <p:grpSpPr>
          <a:xfrm>
            <a:off x="882689" y="4700945"/>
            <a:ext cx="6297728" cy="1405678"/>
            <a:chOff x="882689" y="4700945"/>
            <a:chExt cx="6297728" cy="1405678"/>
          </a:xfrm>
        </p:grpSpPr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1FA21ACC-B4DF-C038-BB18-5EB868E8860D}"/>
                </a:ext>
              </a:extLst>
            </p:cNvPr>
            <p:cNvSpPr/>
            <p:nvPr/>
          </p:nvSpPr>
          <p:spPr>
            <a:xfrm>
              <a:off x="882689" y="4700945"/>
              <a:ext cx="6042992" cy="1405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6086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תיבת טקסט 11">
              <a:extLst>
                <a:ext uri="{FF2B5EF4-FFF2-40B4-BE49-F238E27FC236}">
                  <a16:creationId xmlns:a16="http://schemas.microsoft.com/office/drawing/2014/main" id="{D18DB4E6-1778-B771-8742-56F492B8D7E4}"/>
                </a:ext>
              </a:extLst>
            </p:cNvPr>
            <p:cNvSpPr txBox="1"/>
            <p:nvPr/>
          </p:nvSpPr>
          <p:spPr>
            <a:xfrm>
              <a:off x="1086423" y="4858981"/>
              <a:ext cx="609399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rtl="0">
                <a:buNone/>
              </a:pPr>
              <a:r>
                <a:rPr lang="en-US" b="1" dirty="0"/>
                <a:t>Dataset Design</a:t>
              </a:r>
            </a:p>
            <a:p>
              <a:pPr algn="l" rtl="0"/>
              <a:r>
                <a:rPr lang="en-US" dirty="0"/>
                <a:t>Classes: for example -  Full / Partial / Empty </a:t>
              </a:r>
            </a:p>
            <a:p>
              <a:pPr algn="l" rtl="0"/>
              <a:r>
                <a:rPr lang="en-US" dirty="0"/>
                <a:t>split </a:t>
              </a:r>
              <a:r>
                <a:rPr lang="he-IL" dirty="0"/>
                <a:t>: </a:t>
              </a:r>
              <a:r>
                <a:rPr lang="en-US" dirty="0"/>
                <a:t>Train / Validation / Test</a:t>
              </a:r>
            </a:p>
          </p:txBody>
        </p:sp>
      </p:grp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FDD1DC87-6A68-9ADF-7702-AB1715A1CFC1}"/>
              </a:ext>
            </a:extLst>
          </p:cNvPr>
          <p:cNvGrpSpPr/>
          <p:nvPr/>
        </p:nvGrpSpPr>
        <p:grpSpPr>
          <a:xfrm>
            <a:off x="7271987" y="1408365"/>
            <a:ext cx="3364502" cy="2401635"/>
            <a:chOff x="7271987" y="1408365"/>
            <a:chExt cx="3364502" cy="2401635"/>
          </a:xfrm>
        </p:grpSpPr>
        <p:sp>
          <p:nvSpPr>
            <p:cNvPr id="7" name="מלבן 6">
              <a:extLst>
                <a:ext uri="{FF2B5EF4-FFF2-40B4-BE49-F238E27FC236}">
                  <a16:creationId xmlns:a16="http://schemas.microsoft.com/office/drawing/2014/main" id="{BDA5DD75-7D89-6055-E905-F559442D51A7}"/>
                </a:ext>
              </a:extLst>
            </p:cNvPr>
            <p:cNvSpPr/>
            <p:nvPr/>
          </p:nvSpPr>
          <p:spPr>
            <a:xfrm>
              <a:off x="7271987" y="1408365"/>
              <a:ext cx="3364502" cy="24016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6086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F75DF652-86DC-27CD-C38A-9992036CD6BC}"/>
                </a:ext>
              </a:extLst>
            </p:cNvPr>
            <p:cNvSpPr txBox="1"/>
            <p:nvPr/>
          </p:nvSpPr>
          <p:spPr>
            <a:xfrm>
              <a:off x="7342844" y="1913999"/>
              <a:ext cx="3293645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rtl="0">
                <a:buNone/>
              </a:pPr>
              <a:r>
                <a:rPr lang="en-US" b="1" dirty="0"/>
                <a:t>Variability (Data Augmentation)</a:t>
              </a:r>
            </a:p>
            <a:p>
              <a:pPr algn="l" rtl="0"/>
              <a:r>
                <a:rPr lang="en-US" dirty="0"/>
                <a:t>Different food types </a:t>
              </a:r>
            </a:p>
            <a:p>
              <a:pPr algn="l" rtl="0"/>
              <a:r>
                <a:rPr lang="en-US" dirty="0"/>
                <a:t>Lighting conditions </a:t>
              </a:r>
            </a:p>
            <a:p>
              <a:pPr algn="l" rtl="0"/>
              <a:r>
                <a:rPr lang="en-US" dirty="0"/>
                <a:t>Camera angles Noise and blur </a:t>
              </a:r>
            </a:p>
            <a:p>
              <a:pPr algn="l" rtl="0"/>
              <a:r>
                <a:rPr lang="en-US" dirty="0"/>
                <a:t>Partial plate occlusions</a:t>
              </a:r>
            </a:p>
          </p:txBody>
        </p:sp>
      </p:grpSp>
      <p:grpSp>
        <p:nvGrpSpPr>
          <p:cNvPr id="19" name="קבוצה 18">
            <a:extLst>
              <a:ext uri="{FF2B5EF4-FFF2-40B4-BE49-F238E27FC236}">
                <a16:creationId xmlns:a16="http://schemas.microsoft.com/office/drawing/2014/main" id="{21FAEA3F-2DFE-9EFF-0996-5F9FFE20E6F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20" name="מחבר ישר 19">
              <a:extLst>
                <a:ext uri="{FF2B5EF4-FFF2-40B4-BE49-F238E27FC236}">
                  <a16:creationId xmlns:a16="http://schemas.microsoft.com/office/drawing/2014/main" id="{F0CF4234-FFDA-C722-3F48-FD2F45F72F74}"/>
                </a:ext>
              </a:extLst>
            </p:cNvPr>
            <p:cNvCxnSpPr>
              <a:cxnSpLocks/>
            </p:cNvCxnSpPr>
            <p:nvPr/>
          </p:nvCxnSpPr>
          <p:spPr>
            <a:xfrm>
              <a:off x="11767930" y="0"/>
              <a:ext cx="0" cy="685800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מחבר ישר 20">
              <a:extLst>
                <a:ext uri="{FF2B5EF4-FFF2-40B4-BE49-F238E27FC236}">
                  <a16:creationId xmlns:a16="http://schemas.microsoft.com/office/drawing/2014/main" id="{21553505-FE50-F996-935E-AA13A87D476F}"/>
                </a:ext>
              </a:extLst>
            </p:cNvPr>
            <p:cNvCxnSpPr>
              <a:cxnSpLocks/>
            </p:cNvCxnSpPr>
            <p:nvPr/>
          </p:nvCxnSpPr>
          <p:spPr>
            <a:xfrm>
              <a:off x="496862" y="0"/>
              <a:ext cx="0" cy="685800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מחבר ישר 21">
              <a:extLst>
                <a:ext uri="{FF2B5EF4-FFF2-40B4-BE49-F238E27FC236}">
                  <a16:creationId xmlns:a16="http://schemas.microsoft.com/office/drawing/2014/main" id="{2599B098-105E-F03B-970B-7DFACA65244B}"/>
                </a:ext>
              </a:extLst>
            </p:cNvPr>
            <p:cNvCxnSpPr/>
            <p:nvPr/>
          </p:nvCxnSpPr>
          <p:spPr>
            <a:xfrm>
              <a:off x="0" y="404949"/>
              <a:ext cx="12192000" cy="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מחבר ישר 22">
              <a:extLst>
                <a:ext uri="{FF2B5EF4-FFF2-40B4-BE49-F238E27FC236}">
                  <a16:creationId xmlns:a16="http://schemas.microsoft.com/office/drawing/2014/main" id="{3B09EF36-C01A-7DBA-2E78-975F1D253431}"/>
                </a:ext>
              </a:extLst>
            </p:cNvPr>
            <p:cNvCxnSpPr/>
            <p:nvPr/>
          </p:nvCxnSpPr>
          <p:spPr>
            <a:xfrm>
              <a:off x="0" y="6396446"/>
              <a:ext cx="12192000" cy="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093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126EB-53DE-9B6A-5A3D-F36F58FE2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979F191-0533-85F6-7464-A26EE5317B5A}"/>
              </a:ext>
            </a:extLst>
          </p:cNvPr>
          <p:cNvSpPr txBox="1"/>
          <p:nvPr/>
        </p:nvSpPr>
        <p:spPr>
          <a:xfrm>
            <a:off x="641784" y="491261"/>
            <a:ext cx="38074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40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 and KPIs </a:t>
            </a:r>
          </a:p>
        </p:txBody>
      </p: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076DF8F0-F746-0C33-B98D-A5E9AE0E6049}"/>
              </a:ext>
            </a:extLst>
          </p:cNvPr>
          <p:cNvGrpSpPr/>
          <p:nvPr/>
        </p:nvGrpSpPr>
        <p:grpSpPr>
          <a:xfrm>
            <a:off x="641784" y="1426975"/>
            <a:ext cx="6051056" cy="4441372"/>
            <a:chOff x="641784" y="1198375"/>
            <a:chExt cx="6051056" cy="4441372"/>
          </a:xfrm>
        </p:grpSpPr>
        <p:sp>
          <p:nvSpPr>
            <p:cNvPr id="2" name="מלבן 1">
              <a:extLst>
                <a:ext uri="{FF2B5EF4-FFF2-40B4-BE49-F238E27FC236}">
                  <a16:creationId xmlns:a16="http://schemas.microsoft.com/office/drawing/2014/main" id="{47174E86-7324-A9EB-6587-973892523C65}"/>
                </a:ext>
              </a:extLst>
            </p:cNvPr>
            <p:cNvSpPr/>
            <p:nvPr/>
          </p:nvSpPr>
          <p:spPr>
            <a:xfrm>
              <a:off x="641784" y="1198375"/>
              <a:ext cx="5673823" cy="4441372"/>
            </a:xfrm>
            <a:prstGeom prst="rect">
              <a:avLst/>
            </a:prstGeom>
            <a:solidFill>
              <a:srgbClr val="DFE9E0"/>
            </a:solidFill>
            <a:ln>
              <a:solidFill>
                <a:srgbClr val="4953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תיבת טקסט 4">
              <a:extLst>
                <a:ext uri="{FF2B5EF4-FFF2-40B4-BE49-F238E27FC236}">
                  <a16:creationId xmlns:a16="http://schemas.microsoft.com/office/drawing/2014/main" id="{80B1F703-EA65-5876-5FAA-E0345D194C05}"/>
                </a:ext>
              </a:extLst>
            </p:cNvPr>
            <p:cNvSpPr txBox="1"/>
            <p:nvPr/>
          </p:nvSpPr>
          <p:spPr>
            <a:xfrm>
              <a:off x="803938" y="1319988"/>
              <a:ext cx="5888902" cy="397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>
                <a:buNone/>
              </a:pPr>
              <a:r>
                <a:rPr lang="en-US" b="1" dirty="0"/>
                <a:t> Performance Evaluation</a:t>
              </a:r>
            </a:p>
            <a:p>
              <a:pPr algn="l" rtl="0">
                <a:buNone/>
              </a:pPr>
              <a:endParaRPr lang="he-IL" b="1" dirty="0"/>
            </a:p>
            <a:p>
              <a:pPr lvl="1" algn="l" rtl="0"/>
              <a:r>
                <a:rPr lang="en-US" b="1" dirty="0">
                  <a:ea typeface="+mn-lt"/>
                  <a:cs typeface="+mn-lt"/>
                </a:rPr>
                <a:t>Accuracy</a:t>
              </a:r>
              <a:br>
                <a:rPr lang="en-US" dirty="0">
                  <a:ea typeface="+mn-lt"/>
                  <a:cs typeface="+mn-lt"/>
                </a:rPr>
              </a:br>
              <a:r>
                <a:rPr lang="en-US" dirty="0">
                  <a:ea typeface="+mn-lt"/>
                  <a:cs typeface="+mn-lt"/>
                </a:rPr>
                <a:t> Overall percentage of correct predictions </a:t>
              </a:r>
              <a:endParaRPr lang="he-IL" dirty="0">
                <a:ea typeface="+mn-lt"/>
                <a:cs typeface="+mn-lt"/>
              </a:endParaRPr>
            </a:p>
            <a:p>
              <a:pPr lvl="1" algn="l" rtl="0"/>
              <a:endParaRPr lang="en-US" b="1" dirty="0">
                <a:ea typeface="+mn-lt"/>
                <a:cs typeface="+mn-lt"/>
              </a:endParaRPr>
            </a:p>
            <a:p>
              <a:pPr lvl="1" algn="l" rtl="0"/>
              <a:r>
                <a:rPr lang="en-US" b="1" dirty="0">
                  <a:ea typeface="+mn-lt"/>
                  <a:cs typeface="+mn-lt"/>
                </a:rPr>
                <a:t>Precision / Recall</a:t>
              </a:r>
              <a:br>
                <a:rPr lang="en-US" dirty="0">
                  <a:ea typeface="+mn-lt"/>
                  <a:cs typeface="+mn-lt"/>
                </a:rPr>
              </a:br>
              <a:r>
                <a:rPr lang="en-US" dirty="0">
                  <a:ea typeface="+mn-lt"/>
                  <a:cs typeface="+mn-lt"/>
                </a:rPr>
                <a:t> Important when classification errors have different impacts </a:t>
              </a:r>
              <a:endParaRPr lang="he-IL" dirty="0">
                <a:ea typeface="+mn-lt"/>
                <a:cs typeface="+mn-lt"/>
              </a:endParaRPr>
            </a:p>
            <a:p>
              <a:pPr lvl="1" algn="l" rtl="0"/>
              <a:endParaRPr lang="en-US" b="1" dirty="0">
                <a:ea typeface="+mn-lt"/>
                <a:cs typeface="+mn-lt"/>
              </a:endParaRPr>
            </a:p>
            <a:p>
              <a:pPr lvl="1" algn="l" rtl="0"/>
              <a:r>
                <a:rPr lang="en-US" b="1" dirty="0">
                  <a:ea typeface="+mn-lt"/>
                  <a:cs typeface="+mn-lt"/>
                </a:rPr>
                <a:t>Confusion Matrix</a:t>
              </a:r>
              <a:br>
                <a:rPr lang="en-US" dirty="0">
                  <a:ea typeface="+mn-lt"/>
                  <a:cs typeface="+mn-lt"/>
                </a:rPr>
              </a:br>
              <a:r>
                <a:rPr lang="en-US" dirty="0">
                  <a:ea typeface="+mn-lt"/>
                  <a:cs typeface="+mn-lt"/>
                </a:rPr>
                <a:t> Analyzes errors between classes</a:t>
              </a:r>
            </a:p>
            <a:p>
              <a:pPr lvl="1" algn="l" rtl="0"/>
              <a:r>
                <a:rPr lang="en-US" dirty="0">
                  <a:ea typeface="+mn-lt"/>
                  <a:cs typeface="Arial"/>
                </a:rPr>
                <a:t>(e.g., confusion between Partial</a:t>
              </a:r>
              <a:r>
                <a:rPr lang="en-US" i="1" dirty="0">
                  <a:ea typeface="+mn-lt"/>
                  <a:cs typeface="Arial"/>
                </a:rPr>
                <a:t> </a:t>
              </a:r>
              <a:r>
                <a:rPr lang="en-US" dirty="0">
                  <a:ea typeface="+mn-lt"/>
                  <a:cs typeface="Arial"/>
                </a:rPr>
                <a:t>and </a:t>
              </a:r>
              <a:r>
                <a:rPr lang="en-US" i="1" dirty="0">
                  <a:ea typeface="+mn-lt"/>
                  <a:cs typeface="Arial"/>
                </a:rPr>
                <a:t>Full</a:t>
              </a:r>
              <a:r>
                <a:rPr lang="en-US" dirty="0">
                  <a:ea typeface="+mn-lt"/>
                  <a:cs typeface="Arial"/>
                </a:rPr>
                <a:t>) </a:t>
              </a:r>
              <a:endParaRPr lang="he-IL" dirty="0">
                <a:ea typeface="+mn-lt"/>
                <a:cs typeface="Arial"/>
              </a:endParaRPr>
            </a:p>
            <a:p>
              <a:pPr marL="0" indent="0" algn="l" rtl="0">
                <a:buNone/>
              </a:pPr>
              <a:endParaRPr lang="en-US" sz="1800" dirty="0">
                <a:ea typeface="+mn-lt"/>
                <a:cs typeface="+mn-lt"/>
              </a:endParaRPr>
            </a:p>
            <a:p>
              <a:pPr marL="0" indent="0" algn="l" rtl="0">
                <a:buNone/>
              </a:pPr>
              <a:endParaRPr lang="en-US" sz="1800" dirty="0"/>
            </a:p>
          </p:txBody>
        </p:sp>
      </p:grp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F7BC04AE-F493-A231-8E19-3C2CEEEEA70E}"/>
              </a:ext>
            </a:extLst>
          </p:cNvPr>
          <p:cNvGrpSpPr/>
          <p:nvPr/>
        </p:nvGrpSpPr>
        <p:grpSpPr>
          <a:xfrm>
            <a:off x="6576291" y="1426975"/>
            <a:ext cx="5286101" cy="4441372"/>
            <a:chOff x="6576291" y="1198375"/>
            <a:chExt cx="5286101" cy="4441372"/>
          </a:xfrm>
        </p:grpSpPr>
        <p:sp>
          <p:nvSpPr>
            <p:cNvPr id="4" name="מלבן 3">
              <a:extLst>
                <a:ext uri="{FF2B5EF4-FFF2-40B4-BE49-F238E27FC236}">
                  <a16:creationId xmlns:a16="http://schemas.microsoft.com/office/drawing/2014/main" id="{EDC012CE-DF14-3EA6-2609-72527021616D}"/>
                </a:ext>
              </a:extLst>
            </p:cNvPr>
            <p:cNvSpPr/>
            <p:nvPr/>
          </p:nvSpPr>
          <p:spPr>
            <a:xfrm>
              <a:off x="6576291" y="1198375"/>
              <a:ext cx="5286101" cy="4441372"/>
            </a:xfrm>
            <a:prstGeom prst="rect">
              <a:avLst/>
            </a:prstGeom>
            <a:solidFill>
              <a:srgbClr val="DFE9E0"/>
            </a:solidFill>
            <a:ln>
              <a:solidFill>
                <a:srgbClr val="4953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7D6B8CEA-405C-8300-CE2F-230DBC2F9C76}"/>
                </a:ext>
              </a:extLst>
            </p:cNvPr>
            <p:cNvSpPr txBox="1"/>
            <p:nvPr/>
          </p:nvSpPr>
          <p:spPr>
            <a:xfrm>
              <a:off x="6576291" y="1319988"/>
              <a:ext cx="4436646" cy="3693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>
                <a:buNone/>
              </a:pPr>
              <a:r>
                <a:rPr lang="en-US" b="1"/>
                <a:t>Optional Extended Evaluation</a:t>
              </a:r>
            </a:p>
            <a:p>
              <a:pPr algn="l" rtl="0">
                <a:buNone/>
              </a:pPr>
              <a:endParaRPr lang="en-US" b="1"/>
            </a:p>
            <a:p>
              <a:pPr lvl="1" algn="l" rtl="0"/>
              <a:r>
                <a:rPr lang="en-US" b="1">
                  <a:ea typeface="+mn-lt"/>
                  <a:cs typeface="+mn-lt"/>
                </a:rPr>
                <a:t>Robustness</a:t>
              </a:r>
              <a:br>
                <a:rPr lang="en-US">
                  <a:ea typeface="+mn-lt"/>
                  <a:cs typeface="+mn-lt"/>
                </a:rPr>
              </a:br>
              <a:r>
                <a:rPr lang="en-US">
                  <a:ea typeface="+mn-lt"/>
                  <a:cs typeface="+mn-lt"/>
                </a:rPr>
                <a:t>Performance under noise, occlusions, and varying conditions</a:t>
              </a:r>
            </a:p>
            <a:p>
              <a:pPr lvl="1" algn="l" rtl="0"/>
              <a:endParaRPr lang="en-US"/>
            </a:p>
            <a:p>
              <a:pPr lvl="1" algn="l" rtl="0"/>
              <a:r>
                <a:rPr lang="en-US" b="1">
                  <a:ea typeface="+mn-lt"/>
                  <a:cs typeface="+mn-lt"/>
                </a:rPr>
                <a:t>Generalization</a:t>
              </a:r>
              <a:br>
                <a:rPr lang="en-US">
                  <a:ea typeface="+mn-lt"/>
                  <a:cs typeface="+mn-lt"/>
                </a:rPr>
              </a:br>
              <a:r>
                <a:rPr lang="en-US">
                  <a:ea typeface="+mn-lt"/>
                  <a:cs typeface="+mn-lt"/>
                </a:rPr>
                <a:t> Train on synthetic data, test on different distributions </a:t>
              </a:r>
            </a:p>
            <a:p>
              <a:pPr lvl="1" algn="l" rtl="0"/>
              <a:endParaRPr lang="en-US"/>
            </a:p>
            <a:p>
              <a:pPr lvl="1" algn="l" rtl="0"/>
              <a:r>
                <a:rPr lang="en-US" b="1">
                  <a:ea typeface="+mn-lt"/>
                  <a:cs typeface="+mn-lt"/>
                </a:rPr>
                <a:t>Domain Gap Analysis</a:t>
              </a:r>
              <a:br>
                <a:rPr lang="en-US">
                  <a:ea typeface="+mn-lt"/>
                  <a:cs typeface="+mn-lt"/>
                </a:rPr>
              </a:br>
              <a:r>
                <a:rPr lang="en-US">
                  <a:ea typeface="+mn-lt"/>
                  <a:cs typeface="+mn-lt"/>
                </a:rPr>
                <a:t> Evaluate transfer from synthetic to real-world images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4813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B9962-2220-AF54-0289-41506FA4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63997A8-B786-7622-0965-302825AE66F2}"/>
              </a:ext>
            </a:extLst>
          </p:cNvPr>
          <p:cNvSpPr txBox="1"/>
          <p:nvPr/>
        </p:nvSpPr>
        <p:spPr>
          <a:xfrm>
            <a:off x="821928" y="391112"/>
            <a:ext cx="3977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4000" b="1" dirty="0">
                <a:solidFill>
                  <a:srgbClr val="49535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directions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CB8280D8-DAB1-DAE3-F57E-0E73C54F6AB0}"/>
              </a:ext>
            </a:extLst>
          </p:cNvPr>
          <p:cNvSpPr txBox="1"/>
          <p:nvPr/>
        </p:nvSpPr>
        <p:spPr>
          <a:xfrm>
            <a:off x="960440" y="5121669"/>
            <a:ext cx="60939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dirty="0"/>
              <a:t>Motivation</a:t>
            </a:r>
          </a:p>
          <a:p>
            <a:pPr algn="l" rtl="0"/>
            <a:r>
              <a:rPr lang="en-US" dirty="0"/>
              <a:t>Captures changes over time </a:t>
            </a:r>
          </a:p>
          <a:p>
            <a:pPr algn="l" rtl="0"/>
            <a:r>
              <a:rPr lang="en-US" dirty="0"/>
              <a:t>Enables understanding of consumption progression</a:t>
            </a:r>
            <a:br>
              <a:rPr lang="en-US" dirty="0"/>
            </a:br>
            <a:r>
              <a:rPr lang="en-US" dirty="0"/>
              <a:t>(e.g., from full → half)</a:t>
            </a:r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9DD4B51A-5CD3-CFA6-C016-CA56BD5C7289}"/>
              </a:ext>
            </a:extLst>
          </p:cNvPr>
          <p:cNvGrpSpPr/>
          <p:nvPr/>
        </p:nvGrpSpPr>
        <p:grpSpPr>
          <a:xfrm>
            <a:off x="863546" y="1564105"/>
            <a:ext cx="9832027" cy="1325601"/>
            <a:chOff x="863546" y="1564105"/>
            <a:chExt cx="9832027" cy="1325601"/>
          </a:xfrm>
        </p:grpSpPr>
        <p:grpSp>
          <p:nvGrpSpPr>
            <p:cNvPr id="2" name="קבוצה 1">
              <a:extLst>
                <a:ext uri="{FF2B5EF4-FFF2-40B4-BE49-F238E27FC236}">
                  <a16:creationId xmlns:a16="http://schemas.microsoft.com/office/drawing/2014/main" id="{EE161491-DD05-3855-B6DA-4FDB7082A83E}"/>
                </a:ext>
              </a:extLst>
            </p:cNvPr>
            <p:cNvGrpSpPr/>
            <p:nvPr/>
          </p:nvGrpSpPr>
          <p:grpSpPr>
            <a:xfrm>
              <a:off x="914400" y="1564105"/>
              <a:ext cx="9769642" cy="637674"/>
              <a:chOff x="914400" y="1564105"/>
              <a:chExt cx="9769642" cy="637674"/>
            </a:xfrm>
          </p:grpSpPr>
          <p:sp>
            <p:nvSpPr>
              <p:cNvPr id="12" name="חץ: ימינה 11">
                <a:extLst>
                  <a:ext uri="{FF2B5EF4-FFF2-40B4-BE49-F238E27FC236}">
                    <a16:creationId xmlns:a16="http://schemas.microsoft.com/office/drawing/2014/main" id="{FFBDEC80-5F49-737D-D30E-017DB57178A0}"/>
                  </a:ext>
                </a:extLst>
              </p:cNvPr>
              <p:cNvSpPr/>
              <p:nvPr/>
            </p:nvSpPr>
            <p:spPr>
              <a:xfrm>
                <a:off x="914400" y="1564105"/>
                <a:ext cx="9769642" cy="637674"/>
              </a:xfrm>
              <a:prstGeom prst="rightArrow">
                <a:avLst/>
              </a:prstGeom>
              <a:solidFill>
                <a:srgbClr val="A9C2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חץ: ימינה 21">
                <a:extLst>
                  <a:ext uri="{FF2B5EF4-FFF2-40B4-BE49-F238E27FC236}">
                    <a16:creationId xmlns:a16="http://schemas.microsoft.com/office/drawing/2014/main" id="{EFCB1CAC-40F3-50A2-F5FC-5B03A63FB401}"/>
                  </a:ext>
                </a:extLst>
              </p:cNvPr>
              <p:cNvSpPr/>
              <p:nvPr/>
            </p:nvSpPr>
            <p:spPr>
              <a:xfrm>
                <a:off x="964163" y="1830058"/>
                <a:ext cx="9486124" cy="79607"/>
              </a:xfrm>
              <a:prstGeom prst="rightArrow">
                <a:avLst/>
              </a:prstGeom>
              <a:solidFill>
                <a:srgbClr val="738E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אליפסה 22">
                <a:extLst>
                  <a:ext uri="{FF2B5EF4-FFF2-40B4-BE49-F238E27FC236}">
                    <a16:creationId xmlns:a16="http://schemas.microsoft.com/office/drawing/2014/main" id="{E4E02D79-AD53-8B75-B00D-BB8863038E05}"/>
                  </a:ext>
                </a:extLst>
              </p:cNvPr>
              <p:cNvSpPr/>
              <p:nvPr/>
            </p:nvSpPr>
            <p:spPr>
              <a:xfrm>
                <a:off x="3122938" y="1820098"/>
                <a:ext cx="87086" cy="99526"/>
              </a:xfrm>
              <a:prstGeom prst="ellipse">
                <a:avLst/>
              </a:prstGeom>
              <a:solidFill>
                <a:srgbClr val="738E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אליפסה 25">
                <a:extLst>
                  <a:ext uri="{FF2B5EF4-FFF2-40B4-BE49-F238E27FC236}">
                    <a16:creationId xmlns:a16="http://schemas.microsoft.com/office/drawing/2014/main" id="{FF021358-37D8-38FF-69E1-CF6360DFD8EE}"/>
                  </a:ext>
                </a:extLst>
              </p:cNvPr>
              <p:cNvSpPr/>
              <p:nvPr/>
            </p:nvSpPr>
            <p:spPr>
              <a:xfrm>
                <a:off x="5281713" y="1810139"/>
                <a:ext cx="87086" cy="99526"/>
              </a:xfrm>
              <a:prstGeom prst="ellipse">
                <a:avLst/>
              </a:prstGeom>
              <a:solidFill>
                <a:srgbClr val="738E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אליפסה 26">
                <a:extLst>
                  <a:ext uri="{FF2B5EF4-FFF2-40B4-BE49-F238E27FC236}">
                    <a16:creationId xmlns:a16="http://schemas.microsoft.com/office/drawing/2014/main" id="{75EA6D75-3198-9A22-6029-438F8EE0AB72}"/>
                  </a:ext>
                </a:extLst>
              </p:cNvPr>
              <p:cNvSpPr/>
              <p:nvPr/>
            </p:nvSpPr>
            <p:spPr>
              <a:xfrm>
                <a:off x="7778914" y="1818788"/>
                <a:ext cx="87086" cy="99526"/>
              </a:xfrm>
              <a:prstGeom prst="ellipse">
                <a:avLst/>
              </a:prstGeom>
              <a:solidFill>
                <a:srgbClr val="738E7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תיבת טקסט 28">
              <a:extLst>
                <a:ext uri="{FF2B5EF4-FFF2-40B4-BE49-F238E27FC236}">
                  <a16:creationId xmlns:a16="http://schemas.microsoft.com/office/drawing/2014/main" id="{BBC662C3-A650-AF5B-692D-6F3D1C4C2D3E}"/>
                </a:ext>
              </a:extLst>
            </p:cNvPr>
            <p:cNvSpPr txBox="1"/>
            <p:nvPr/>
          </p:nvSpPr>
          <p:spPr>
            <a:xfrm>
              <a:off x="863546" y="2175618"/>
              <a:ext cx="19673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/>
              <a:r>
                <a:rPr lang="en-US" b="1" dirty="0">
                  <a:solidFill>
                    <a:srgbClr val="49535D"/>
                  </a:solidFill>
                </a:rPr>
                <a:t>Temporal Analysis</a:t>
              </a:r>
            </a:p>
          </p:txBody>
        </p:sp>
        <p:sp>
          <p:nvSpPr>
            <p:cNvPr id="31" name="תיבת טקסט 30">
              <a:extLst>
                <a:ext uri="{FF2B5EF4-FFF2-40B4-BE49-F238E27FC236}">
                  <a16:creationId xmlns:a16="http://schemas.microsoft.com/office/drawing/2014/main" id="{267AA55A-9490-A5A0-3E5B-61450CAB6167}"/>
                </a:ext>
              </a:extLst>
            </p:cNvPr>
            <p:cNvSpPr txBox="1"/>
            <p:nvPr/>
          </p:nvSpPr>
          <p:spPr>
            <a:xfrm>
              <a:off x="3020427" y="2187886"/>
              <a:ext cx="291063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/>
              <a:r>
                <a:rPr lang="en-US"/>
                <a:t>Incorporate</a:t>
              </a:r>
            </a:p>
            <a:p>
              <a:pPr algn="l" rtl="0"/>
              <a:r>
                <a:rPr lang="en-US"/>
                <a:t>time dimension </a:t>
              </a:r>
            </a:p>
          </p:txBody>
        </p:sp>
        <p:sp>
          <p:nvSpPr>
            <p:cNvPr id="33" name="תיבת טקסט 32">
              <a:extLst>
                <a:ext uri="{FF2B5EF4-FFF2-40B4-BE49-F238E27FC236}">
                  <a16:creationId xmlns:a16="http://schemas.microsoft.com/office/drawing/2014/main" id="{61A4E01C-E225-05F9-8D90-0B0E4C613F41}"/>
                </a:ext>
              </a:extLst>
            </p:cNvPr>
            <p:cNvSpPr txBox="1"/>
            <p:nvPr/>
          </p:nvSpPr>
          <p:spPr>
            <a:xfrm>
              <a:off x="5228841" y="2194833"/>
              <a:ext cx="351536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/>
              <a:r>
                <a:rPr lang="en-US"/>
                <a:t>Compare table states </a:t>
              </a:r>
            </a:p>
            <a:p>
              <a:pPr algn="l" rtl="0"/>
              <a:r>
                <a:rPr lang="en-US"/>
                <a:t>across time </a:t>
              </a:r>
            </a:p>
          </p:txBody>
        </p:sp>
        <p:sp>
          <p:nvSpPr>
            <p:cNvPr id="35" name="תיבת טקסט 34">
              <a:extLst>
                <a:ext uri="{FF2B5EF4-FFF2-40B4-BE49-F238E27FC236}">
                  <a16:creationId xmlns:a16="http://schemas.microsoft.com/office/drawing/2014/main" id="{F73772A2-9002-5B9A-4CE9-115CB1B544B8}"/>
                </a:ext>
              </a:extLst>
            </p:cNvPr>
            <p:cNvSpPr txBox="1"/>
            <p:nvPr/>
          </p:nvSpPr>
          <p:spPr>
            <a:xfrm>
              <a:off x="7647573" y="2243375"/>
              <a:ext cx="3048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/>
              <a:r>
                <a:rPr lang="en-US" dirty="0"/>
                <a:t>Enable decisions </a:t>
              </a:r>
            </a:p>
            <a:p>
              <a:pPr algn="l" rtl="0"/>
              <a:r>
                <a:rPr lang="en-US" dirty="0"/>
                <a:t>(e.g., call waiter, clear table) </a:t>
              </a:r>
              <a:endParaRPr lang="he-IL" dirty="0">
                <a:cs typeface="Arial"/>
              </a:endParaRPr>
            </a:p>
          </p:txBody>
        </p:sp>
      </p:grpSp>
      <p:grpSp>
        <p:nvGrpSpPr>
          <p:cNvPr id="5" name="קבוצה 4">
            <a:extLst>
              <a:ext uri="{FF2B5EF4-FFF2-40B4-BE49-F238E27FC236}">
                <a16:creationId xmlns:a16="http://schemas.microsoft.com/office/drawing/2014/main" id="{A4C9BD42-8B2D-6D9E-5BE2-01E581DCF3F2}"/>
              </a:ext>
            </a:extLst>
          </p:cNvPr>
          <p:cNvGrpSpPr/>
          <p:nvPr/>
        </p:nvGrpSpPr>
        <p:grpSpPr>
          <a:xfrm>
            <a:off x="914400" y="3374772"/>
            <a:ext cx="10840413" cy="1524082"/>
            <a:chOff x="914400" y="3374772"/>
            <a:chExt cx="10840413" cy="1524082"/>
          </a:xfrm>
        </p:grpSpPr>
        <p:sp>
          <p:nvSpPr>
            <p:cNvPr id="37" name="תיבת טקסט 36">
              <a:extLst>
                <a:ext uri="{FF2B5EF4-FFF2-40B4-BE49-F238E27FC236}">
                  <a16:creationId xmlns:a16="http://schemas.microsoft.com/office/drawing/2014/main" id="{B71F1AED-6071-33D5-811A-D8C99DBB4D6C}"/>
                </a:ext>
              </a:extLst>
            </p:cNvPr>
            <p:cNvSpPr txBox="1"/>
            <p:nvPr/>
          </p:nvSpPr>
          <p:spPr>
            <a:xfrm>
              <a:off x="914400" y="3374772"/>
              <a:ext cx="28830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rtl="0">
                <a:buNone/>
              </a:pPr>
              <a:r>
                <a:rPr lang="en-US" b="1" dirty="0">
                  <a:solidFill>
                    <a:srgbClr val="49535D"/>
                  </a:solidFill>
                </a:rPr>
                <a:t>Siamese Network Approach</a:t>
              </a:r>
            </a:p>
          </p:txBody>
        </p:sp>
        <p:sp>
          <p:nvSpPr>
            <p:cNvPr id="39" name="תיבת טקסט 38">
              <a:extLst>
                <a:ext uri="{FF2B5EF4-FFF2-40B4-BE49-F238E27FC236}">
                  <a16:creationId xmlns:a16="http://schemas.microsoft.com/office/drawing/2014/main" id="{18557D05-794D-BA50-3828-8DEF68E13C10}"/>
                </a:ext>
              </a:extLst>
            </p:cNvPr>
            <p:cNvSpPr txBox="1"/>
            <p:nvPr/>
          </p:nvSpPr>
          <p:spPr>
            <a:xfrm>
              <a:off x="914400" y="3767481"/>
              <a:ext cx="2540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/>
              <a:r>
                <a:rPr lang="en-US" dirty="0"/>
                <a:t>Input: two images</a:t>
              </a:r>
              <a:br>
                <a:rPr lang="en-US" dirty="0"/>
              </a:br>
              <a:r>
                <a:rPr lang="en-US" dirty="0"/>
                <a:t>(reference “full” state </a:t>
              </a:r>
            </a:p>
            <a:p>
              <a:pPr algn="l" rtl="0"/>
              <a:r>
                <a:rPr lang="en-US" dirty="0"/>
                <a:t>+ current state) </a:t>
              </a:r>
            </a:p>
          </p:txBody>
        </p:sp>
        <p:sp>
          <p:nvSpPr>
            <p:cNvPr id="40" name="חץ: ימינה 39">
              <a:extLst>
                <a:ext uri="{FF2B5EF4-FFF2-40B4-BE49-F238E27FC236}">
                  <a16:creationId xmlns:a16="http://schemas.microsoft.com/office/drawing/2014/main" id="{85E81C15-5F21-F83E-120F-CDEF755C50EA}"/>
                </a:ext>
              </a:extLst>
            </p:cNvPr>
            <p:cNvSpPr/>
            <p:nvPr/>
          </p:nvSpPr>
          <p:spPr>
            <a:xfrm>
              <a:off x="3266323" y="4211782"/>
              <a:ext cx="1482229" cy="92363"/>
            </a:xfrm>
            <a:prstGeom prst="rightArrow">
              <a:avLst/>
            </a:prstGeom>
            <a:solidFill>
              <a:srgbClr val="738E78"/>
            </a:solidFill>
            <a:ln>
              <a:solidFill>
                <a:srgbClr val="6086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חץ: ימינה 40">
              <a:extLst>
                <a:ext uri="{FF2B5EF4-FFF2-40B4-BE49-F238E27FC236}">
                  <a16:creationId xmlns:a16="http://schemas.microsoft.com/office/drawing/2014/main" id="{1B8FD257-AECD-1A27-01EA-811DD4D55CD1}"/>
                </a:ext>
              </a:extLst>
            </p:cNvPr>
            <p:cNvSpPr/>
            <p:nvPr/>
          </p:nvSpPr>
          <p:spPr>
            <a:xfrm>
              <a:off x="7283264" y="4211781"/>
              <a:ext cx="1482229" cy="92363"/>
            </a:xfrm>
            <a:prstGeom prst="rightArrow">
              <a:avLst/>
            </a:prstGeom>
            <a:solidFill>
              <a:srgbClr val="738E78"/>
            </a:solidFill>
            <a:ln>
              <a:solidFill>
                <a:srgbClr val="6086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תיבת טקסט 42">
              <a:extLst>
                <a:ext uri="{FF2B5EF4-FFF2-40B4-BE49-F238E27FC236}">
                  <a16:creationId xmlns:a16="http://schemas.microsoft.com/office/drawing/2014/main" id="{DBB0798A-7190-73D9-8BA0-DA97C72066EE}"/>
                </a:ext>
              </a:extLst>
            </p:cNvPr>
            <p:cNvSpPr txBox="1"/>
            <p:nvPr/>
          </p:nvSpPr>
          <p:spPr>
            <a:xfrm>
              <a:off x="4944489" y="3767481"/>
              <a:ext cx="241992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/>
              <a:r>
                <a:rPr lang="en-US"/>
                <a:t>The model extracts feature embeddings</a:t>
              </a:r>
              <a:br>
                <a:rPr lang="en-US"/>
              </a:br>
              <a:r>
                <a:rPr lang="en-US"/>
                <a:t>from each image </a:t>
              </a:r>
            </a:p>
          </p:txBody>
        </p:sp>
        <p:sp>
          <p:nvSpPr>
            <p:cNvPr id="45" name="תיבת טקסט 44">
              <a:extLst>
                <a:ext uri="{FF2B5EF4-FFF2-40B4-BE49-F238E27FC236}">
                  <a16:creationId xmlns:a16="http://schemas.microsoft.com/office/drawing/2014/main" id="{3CD4B324-8552-2765-1340-570FD14588F2}"/>
                </a:ext>
              </a:extLst>
            </p:cNvPr>
            <p:cNvSpPr txBox="1"/>
            <p:nvPr/>
          </p:nvSpPr>
          <p:spPr>
            <a:xfrm>
              <a:off x="9002377" y="3698525"/>
              <a:ext cx="275243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/>
              <a:r>
                <a:rPr lang="en-US" dirty="0"/>
                <a:t>A comparison layer measures the difference</a:t>
              </a:r>
              <a:br>
                <a:rPr lang="en-US" dirty="0"/>
              </a:br>
              <a:r>
                <a:rPr lang="en-US" dirty="0"/>
                <a:t>between the two representations </a:t>
              </a:r>
            </a:p>
          </p:txBody>
        </p:sp>
      </p:grp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EBAD4DCA-014D-10DE-5354-6F54104A0D0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מחבר ישר 6">
              <a:extLst>
                <a:ext uri="{FF2B5EF4-FFF2-40B4-BE49-F238E27FC236}">
                  <a16:creationId xmlns:a16="http://schemas.microsoft.com/office/drawing/2014/main" id="{27A7F8B6-715A-1E32-E5E8-B803BACA4865}"/>
                </a:ext>
              </a:extLst>
            </p:cNvPr>
            <p:cNvCxnSpPr>
              <a:cxnSpLocks/>
            </p:cNvCxnSpPr>
            <p:nvPr/>
          </p:nvCxnSpPr>
          <p:spPr>
            <a:xfrm>
              <a:off x="11767930" y="0"/>
              <a:ext cx="0" cy="685800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מחבר ישר 7">
              <a:extLst>
                <a:ext uri="{FF2B5EF4-FFF2-40B4-BE49-F238E27FC236}">
                  <a16:creationId xmlns:a16="http://schemas.microsoft.com/office/drawing/2014/main" id="{04E6A8F1-028B-C131-7D58-1130DB905661}"/>
                </a:ext>
              </a:extLst>
            </p:cNvPr>
            <p:cNvCxnSpPr>
              <a:cxnSpLocks/>
            </p:cNvCxnSpPr>
            <p:nvPr/>
          </p:nvCxnSpPr>
          <p:spPr>
            <a:xfrm>
              <a:off x="496862" y="0"/>
              <a:ext cx="0" cy="685800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מחבר ישר 9">
              <a:extLst>
                <a:ext uri="{FF2B5EF4-FFF2-40B4-BE49-F238E27FC236}">
                  <a16:creationId xmlns:a16="http://schemas.microsoft.com/office/drawing/2014/main" id="{7D4C84B1-FA20-A528-35C4-F49633224CDB}"/>
                </a:ext>
              </a:extLst>
            </p:cNvPr>
            <p:cNvCxnSpPr/>
            <p:nvPr/>
          </p:nvCxnSpPr>
          <p:spPr>
            <a:xfrm>
              <a:off x="0" y="404949"/>
              <a:ext cx="12192000" cy="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מחבר ישר 10">
              <a:extLst>
                <a:ext uri="{FF2B5EF4-FFF2-40B4-BE49-F238E27FC236}">
                  <a16:creationId xmlns:a16="http://schemas.microsoft.com/office/drawing/2014/main" id="{798FE762-4D79-BE25-1507-F37BC948A136}"/>
                </a:ext>
              </a:extLst>
            </p:cNvPr>
            <p:cNvCxnSpPr/>
            <p:nvPr/>
          </p:nvCxnSpPr>
          <p:spPr>
            <a:xfrm>
              <a:off x="0" y="6396446"/>
              <a:ext cx="12192000" cy="0"/>
            </a:xfrm>
            <a:prstGeom prst="line">
              <a:avLst/>
            </a:prstGeom>
            <a:ln w="12700">
              <a:solidFill>
                <a:srgbClr val="6086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879410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612</Words>
  <Application>Microsoft Office PowerPoint</Application>
  <PresentationFormat>מסך רחב</PresentationFormat>
  <Paragraphs>89</Paragraphs>
  <Slides>7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8" baseType="lpstr"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Avital Skop</dc:creator>
  <cp:lastModifiedBy>Avital Skop</cp:lastModifiedBy>
  <cp:revision>6</cp:revision>
  <dcterms:created xsi:type="dcterms:W3CDTF">2026-05-11T14:23:06Z</dcterms:created>
  <dcterms:modified xsi:type="dcterms:W3CDTF">2026-05-12T06:34:54Z</dcterms:modified>
</cp:coreProperties>
</file>